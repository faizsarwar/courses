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colors2.xml" ContentType="application/vnd.openxmlformats-officedocument.drawingml.diagramColors+xml"/>
  <Override PartName="/ppt/diagrams/_rels/drawing4.xml.rels" ContentType="application/vnd.openxmlformats-package.relationships+xml"/>
  <Override PartName="/ppt/diagrams/_rels/data4.xml.rels" ContentType="application/vnd.openxmlformats-package.relationships+xml"/>
  <Override PartName="/ppt/diagrams/data3.xml" ContentType="application/vnd.openxmlformats-officedocument.drawingml.diagramData+xml"/>
  <Override PartName="/ppt/diagrams/drawing2.xml" ContentType="application/vnd.ms-office.drawingml.diagramDrawing+xml"/>
  <Override PartName="/ppt/diagrams/quickStyle2.xml" ContentType="application/vnd.openxmlformats-officedocument.drawingml.diagramStyle+xml"/>
  <Override PartName="/ppt/diagrams/colors1.xml" ContentType="application/vnd.openxmlformats-officedocument.drawingml.diagramColors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quickStyle1.xml" ContentType="application/vnd.openxmlformats-officedocument.drawingml.diagramStyle+xml"/>
  <Override PartName="/ppt/diagrams/colors4.xml" ContentType="application/vnd.openxmlformats-officedocument.drawingml.diagramColors+xml"/>
  <Override PartName="/ppt/diagrams/layout1.xml" ContentType="application/vnd.openxmlformats-officedocument.drawingml.diagramLayout+xml"/>
  <Override PartName="/ppt/diagrams/layout4.xml" ContentType="application/vnd.openxmlformats-officedocument.drawingml.diagramLayout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3.xml" ContentType="application/vnd.ms-office.drawingml.diagramDrawing+xml"/>
  <Override PartName="/ppt/diagrams/quickStyle4.xml" ContentType="application/vnd.openxmlformats-officedocument.drawingml.diagramStyle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layout2.xml" ContentType="application/vnd.openxmlformats-officedocument.drawingml.diagramLayout+xml"/>
  <Override PartName="/ppt/diagrams/data2.xml" ContentType="application/vnd.openxmlformats-officedocument.drawingml.diagramData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OOXDiagramDataRels4_2.png" ContentType="image/png"/>
  <Override PartName="/ppt/media/image5.png" ContentType="image/png"/>
  <Override PartName="/ppt/media/image2.png" ContentType="image/png"/>
  <Override PartName="/ppt/media/image3.jpeg" ContentType="image/jpeg"/>
  <Override PartName="/ppt/media/OOXDiagramDrawingRels4_1.svg" ContentType="image/svg"/>
  <Override PartName="/ppt/media/image4.jpeg" ContentType="image/jpeg"/>
  <Override PartName="/ppt/media/OOXDiagramDrawingRels4_2.png" ContentType="image/png"/>
  <Override PartName="/ppt/media/OOXDiagramDataRels4_0.png" ContentType="image/png"/>
  <Override PartName="/ppt/media/OOXDiagramDrawingRels4_3.svg" ContentType="image/svg"/>
  <Override PartName="/ppt/media/OOXDiagramDataRels4_1.svg" ContentType="image/svg"/>
  <Override PartName="/ppt/media/OOXDiagramDataRels4_3.svg" ContentType="image/svg"/>
  <Override PartName="/ppt/media/OOXDiagramDrawingRels4_0.png" ContentType="image/png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
</Relationships>
</file>

<file path=ppt/diagrams/_rels/data4.xml.rels><?xml version="1.0" encoding="UTF-8"?>
<Relationships xmlns="http://schemas.openxmlformats.org/package/2006/relationships"><Relationship Id="rId1" Type="http://schemas.openxmlformats.org/officeDocument/2006/relationships/image" Target="../media/OOXDiagramDataRels4_0.png"/><Relationship Id="rId2" Type="http://schemas.openxmlformats.org/officeDocument/2006/relationships/image" Target="../media/OOXDiagramDataRels4_1.svg"/><Relationship Id="rId3" Type="http://schemas.openxmlformats.org/officeDocument/2006/relationships/image" Target="../media/OOXDiagramDataRels4_2.png"/><Relationship Id="rId4" Type="http://schemas.openxmlformats.org/officeDocument/2006/relationships/image" Target="../media/OOXDiagramDataRels4_3.svg"/>
</Relationships>
</file>

<file path=ppt/diagrams/_rels/drawing4.xml.rels><?xml version="1.0" encoding="UTF-8"?>
<Relationships xmlns="http://schemas.openxmlformats.org/package/2006/relationships"><Relationship Id="rId1" Type="http://schemas.openxmlformats.org/officeDocument/2006/relationships/image" Target="../media/OOXDiagramDrawingRels4_0.png"/><Relationship Id="rId2" Type="http://schemas.openxmlformats.org/officeDocument/2006/relationships/image" Target="../media/OOXDiagramDrawingRels4_1.svg"/><Relationship Id="rId3" Type="http://schemas.openxmlformats.org/officeDocument/2006/relationships/image" Target="../media/OOXDiagramDrawingRels4_2.png"/><Relationship Id="rId4" Type="http://schemas.openxmlformats.org/officeDocument/2006/relationships/image" Target="../media/OOXDiagramDrawingRels4_3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13339-7EF9-45D7-9337-8D03A6115FD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86296A9-43C8-4DCB-84B5-1B595C0FE066}">
      <dgm:prSet/>
      <dgm:spPr/>
      <dgm:t>
        <a:bodyPr/>
        <a:lstStyle/>
        <a:p>
          <a:r>
            <a:rPr lang="en-US" dirty="0" err="1"/>
            <a:t>az</a:t>
          </a:r>
          <a:r>
            <a:rPr lang="en-US" dirty="0"/>
            <a:t> group create --name </a:t>
          </a:r>
          <a:r>
            <a:rPr lang="en-US" dirty="0" err="1"/>
            <a:t>azureFunc</a:t>
          </a:r>
          <a:r>
            <a:rPr lang="en-US" dirty="0"/>
            <a:t> --location </a:t>
          </a:r>
          <a:r>
            <a:rPr lang="en-US" dirty="0" err="1"/>
            <a:t>centralus</a:t>
          </a:r>
          <a:endParaRPr lang="en-US" dirty="0"/>
        </a:p>
      </dgm:t>
    </dgm:pt>
    <dgm:pt modelId="{25C8BC62-7C39-4F09-A1BF-C462D2993CDE}" type="parTrans" cxnId="{50B1220B-E072-4241-A9FD-4293B5D39BAC}">
      <dgm:prSet/>
      <dgm:spPr/>
      <dgm:t>
        <a:bodyPr/>
        <a:lstStyle/>
        <a:p>
          <a:endParaRPr lang="en-US"/>
        </a:p>
      </dgm:t>
    </dgm:pt>
    <dgm:pt modelId="{F20837AF-5CA3-46D0-8088-D34D5F219888}" type="sibTrans" cxnId="{50B1220B-E072-4241-A9FD-4293B5D39BAC}">
      <dgm:prSet/>
      <dgm:spPr/>
      <dgm:t>
        <a:bodyPr/>
        <a:lstStyle/>
        <a:p>
          <a:endParaRPr lang="en-US"/>
        </a:p>
      </dgm:t>
    </dgm:pt>
    <dgm:pt modelId="{F9F0D8C1-5886-466A-9BA5-B844B8E88515}">
      <dgm:prSet/>
      <dgm:spPr/>
      <dgm:t>
        <a:bodyPr/>
        <a:lstStyle/>
        <a:p>
          <a:r>
            <a:rPr lang="en-US" dirty="0" err="1"/>
            <a:t>az</a:t>
          </a:r>
          <a:r>
            <a:rPr lang="en-US" dirty="0"/>
            <a:t> storage account create --name azurefuncstorage02 --resource-group azureFunc02 --location </a:t>
          </a:r>
          <a:r>
            <a:rPr lang="en-US" dirty="0" err="1"/>
            <a:t>centralus</a:t>
          </a:r>
          <a:r>
            <a:rPr lang="en-US" dirty="0"/>
            <a:t> --</a:t>
          </a:r>
          <a:r>
            <a:rPr lang="en-US" dirty="0" err="1"/>
            <a:t>sku</a:t>
          </a:r>
          <a:r>
            <a:rPr lang="en-US" dirty="0"/>
            <a:t> </a:t>
          </a:r>
          <a:r>
            <a:rPr lang="en-US" dirty="0" err="1"/>
            <a:t>Standard_LRS</a:t>
          </a:r>
          <a:endParaRPr lang="en-US" dirty="0"/>
        </a:p>
      </dgm:t>
    </dgm:pt>
    <dgm:pt modelId="{BBF66CC2-3946-466A-9A76-5065082BBFFF}" type="parTrans" cxnId="{5CCADA4A-D0AE-4216-9028-C5B30806CDD2}">
      <dgm:prSet/>
      <dgm:spPr/>
      <dgm:t>
        <a:bodyPr/>
        <a:lstStyle/>
        <a:p>
          <a:endParaRPr lang="en-US"/>
        </a:p>
      </dgm:t>
    </dgm:pt>
    <dgm:pt modelId="{4120F183-668B-4E1D-A1DF-D4E7BFFE161F}" type="sibTrans" cxnId="{5CCADA4A-D0AE-4216-9028-C5B30806CDD2}">
      <dgm:prSet/>
      <dgm:spPr/>
      <dgm:t>
        <a:bodyPr/>
        <a:lstStyle/>
        <a:p>
          <a:endParaRPr lang="en-US"/>
        </a:p>
      </dgm:t>
    </dgm:pt>
    <dgm:pt modelId="{2D28AAAE-F9EF-45C4-B925-5786AF557721}">
      <dgm:prSet/>
      <dgm:spPr/>
      <dgm:t>
        <a:bodyPr/>
        <a:lstStyle/>
        <a:p>
          <a:r>
            <a:rPr lang="en-US"/>
            <a:t>az functionapp create --resource-group azureFunc --consumption-plan-location centralus --name appFunc01 --storage-account azurefuncstorage01 --runtime node</a:t>
          </a:r>
        </a:p>
      </dgm:t>
    </dgm:pt>
    <dgm:pt modelId="{EC5E1D44-430C-48BE-B4D0-02D20695BD1E}" type="parTrans" cxnId="{8A2D64C4-A27F-496F-B972-E573C7BCD80B}">
      <dgm:prSet/>
      <dgm:spPr/>
      <dgm:t>
        <a:bodyPr/>
        <a:lstStyle/>
        <a:p>
          <a:endParaRPr lang="en-US"/>
        </a:p>
      </dgm:t>
    </dgm:pt>
    <dgm:pt modelId="{50DAE47C-41E5-4694-9FAC-A07F98F33EF5}" type="sibTrans" cxnId="{8A2D64C4-A27F-496F-B972-E573C7BCD80B}">
      <dgm:prSet/>
      <dgm:spPr/>
      <dgm:t>
        <a:bodyPr/>
        <a:lstStyle/>
        <a:p>
          <a:endParaRPr lang="en-US"/>
        </a:p>
      </dgm:t>
    </dgm:pt>
    <dgm:pt modelId="{AE40A626-6019-4BDC-9F60-650217C5FB9D}" type="pres">
      <dgm:prSet presAssocID="{EA213339-7EF9-45D7-9337-8D03A6115FD0}" presName="vert0" presStyleCnt="0">
        <dgm:presLayoutVars>
          <dgm:dir/>
          <dgm:animOne val="branch"/>
          <dgm:animLvl val="lvl"/>
        </dgm:presLayoutVars>
      </dgm:prSet>
      <dgm:spPr/>
    </dgm:pt>
    <dgm:pt modelId="{1A786DA1-4A0C-4AFF-A1B7-7C46B25597D3}" type="pres">
      <dgm:prSet presAssocID="{E86296A9-43C8-4DCB-84B5-1B595C0FE066}" presName="thickLine" presStyleLbl="alignNode1" presStyleIdx="0" presStyleCnt="3"/>
      <dgm:spPr/>
    </dgm:pt>
    <dgm:pt modelId="{C0F95DEA-83BB-4A6E-BAFD-A3B6B78A7116}" type="pres">
      <dgm:prSet presAssocID="{E86296A9-43C8-4DCB-84B5-1B595C0FE066}" presName="horz1" presStyleCnt="0"/>
      <dgm:spPr/>
    </dgm:pt>
    <dgm:pt modelId="{170C36A5-45CA-4319-9D49-C1C62DB28F7B}" type="pres">
      <dgm:prSet presAssocID="{E86296A9-43C8-4DCB-84B5-1B595C0FE066}" presName="tx1" presStyleLbl="revTx" presStyleIdx="0" presStyleCnt="3"/>
      <dgm:spPr/>
    </dgm:pt>
    <dgm:pt modelId="{EC4F914F-BF79-40BF-A369-F746D994D99B}" type="pres">
      <dgm:prSet presAssocID="{E86296A9-43C8-4DCB-84B5-1B595C0FE066}" presName="vert1" presStyleCnt="0"/>
      <dgm:spPr/>
    </dgm:pt>
    <dgm:pt modelId="{9CDD4785-75F4-4802-892C-29CF800EFB84}" type="pres">
      <dgm:prSet presAssocID="{F9F0D8C1-5886-466A-9BA5-B844B8E88515}" presName="thickLine" presStyleLbl="alignNode1" presStyleIdx="1" presStyleCnt="3"/>
      <dgm:spPr/>
    </dgm:pt>
    <dgm:pt modelId="{87E9324D-F58B-484E-87CC-7EA49102A0B0}" type="pres">
      <dgm:prSet presAssocID="{F9F0D8C1-5886-466A-9BA5-B844B8E88515}" presName="horz1" presStyleCnt="0"/>
      <dgm:spPr/>
    </dgm:pt>
    <dgm:pt modelId="{015E457D-FA5E-4AFD-B95D-3ABA13BE0F7E}" type="pres">
      <dgm:prSet presAssocID="{F9F0D8C1-5886-466A-9BA5-B844B8E88515}" presName="tx1" presStyleLbl="revTx" presStyleIdx="1" presStyleCnt="3"/>
      <dgm:spPr/>
    </dgm:pt>
    <dgm:pt modelId="{B4F79432-5078-431C-8927-C05F5E647D62}" type="pres">
      <dgm:prSet presAssocID="{F9F0D8C1-5886-466A-9BA5-B844B8E88515}" presName="vert1" presStyleCnt="0"/>
      <dgm:spPr/>
    </dgm:pt>
    <dgm:pt modelId="{E17C216B-5CAC-41D1-83C2-A95DA0517DDC}" type="pres">
      <dgm:prSet presAssocID="{2D28AAAE-F9EF-45C4-B925-5786AF557721}" presName="thickLine" presStyleLbl="alignNode1" presStyleIdx="2" presStyleCnt="3"/>
      <dgm:spPr/>
    </dgm:pt>
    <dgm:pt modelId="{22B152D5-C3BA-4D36-B51F-0DE1ADA7493B}" type="pres">
      <dgm:prSet presAssocID="{2D28AAAE-F9EF-45C4-B925-5786AF557721}" presName="horz1" presStyleCnt="0"/>
      <dgm:spPr/>
    </dgm:pt>
    <dgm:pt modelId="{3A3288F3-EE55-46C4-8994-0DC59E56769E}" type="pres">
      <dgm:prSet presAssocID="{2D28AAAE-F9EF-45C4-B925-5786AF557721}" presName="tx1" presStyleLbl="revTx" presStyleIdx="2" presStyleCnt="3"/>
      <dgm:spPr/>
    </dgm:pt>
    <dgm:pt modelId="{16C0DE0F-394B-413D-A3F3-D73C9337272B}" type="pres">
      <dgm:prSet presAssocID="{2D28AAAE-F9EF-45C4-B925-5786AF557721}" presName="vert1" presStyleCnt="0"/>
      <dgm:spPr/>
    </dgm:pt>
  </dgm:ptLst>
  <dgm:cxnLst>
    <dgm:cxn modelId="{50B1220B-E072-4241-A9FD-4293B5D39BAC}" srcId="{EA213339-7EF9-45D7-9337-8D03A6115FD0}" destId="{E86296A9-43C8-4DCB-84B5-1B595C0FE066}" srcOrd="0" destOrd="0" parTransId="{25C8BC62-7C39-4F09-A1BF-C462D2993CDE}" sibTransId="{F20837AF-5CA3-46D0-8088-D34D5F219888}"/>
    <dgm:cxn modelId="{5CCADA4A-D0AE-4216-9028-C5B30806CDD2}" srcId="{EA213339-7EF9-45D7-9337-8D03A6115FD0}" destId="{F9F0D8C1-5886-466A-9BA5-B844B8E88515}" srcOrd="1" destOrd="0" parTransId="{BBF66CC2-3946-466A-9A76-5065082BBFFF}" sibTransId="{4120F183-668B-4E1D-A1DF-D4E7BFFE161F}"/>
    <dgm:cxn modelId="{5A69EC92-4632-4E8A-A345-6E52BB0C0B15}" type="presOf" srcId="{2D28AAAE-F9EF-45C4-B925-5786AF557721}" destId="{3A3288F3-EE55-46C4-8994-0DC59E56769E}" srcOrd="0" destOrd="0" presId="urn:microsoft.com/office/officeart/2008/layout/LinedList"/>
    <dgm:cxn modelId="{0861AFA3-087E-434E-B676-0EC0685A378B}" type="presOf" srcId="{E86296A9-43C8-4DCB-84B5-1B595C0FE066}" destId="{170C36A5-45CA-4319-9D49-C1C62DB28F7B}" srcOrd="0" destOrd="0" presId="urn:microsoft.com/office/officeart/2008/layout/LinedList"/>
    <dgm:cxn modelId="{8A2D64C4-A27F-496F-B972-E573C7BCD80B}" srcId="{EA213339-7EF9-45D7-9337-8D03A6115FD0}" destId="{2D28AAAE-F9EF-45C4-B925-5786AF557721}" srcOrd="2" destOrd="0" parTransId="{EC5E1D44-430C-48BE-B4D0-02D20695BD1E}" sibTransId="{50DAE47C-41E5-4694-9FAC-A07F98F33EF5}"/>
    <dgm:cxn modelId="{45060DD9-1540-44F6-BBC7-F3A7EA740991}" type="presOf" srcId="{F9F0D8C1-5886-466A-9BA5-B844B8E88515}" destId="{015E457D-FA5E-4AFD-B95D-3ABA13BE0F7E}" srcOrd="0" destOrd="0" presId="urn:microsoft.com/office/officeart/2008/layout/LinedList"/>
    <dgm:cxn modelId="{650B21DC-2723-4E62-BB3C-64A8E70074E5}" type="presOf" srcId="{EA213339-7EF9-45D7-9337-8D03A6115FD0}" destId="{AE40A626-6019-4BDC-9F60-650217C5FB9D}" srcOrd="0" destOrd="0" presId="urn:microsoft.com/office/officeart/2008/layout/LinedList"/>
    <dgm:cxn modelId="{0A2F5EAD-C99A-458A-A163-C445ECB3CDA5}" type="presParOf" srcId="{AE40A626-6019-4BDC-9F60-650217C5FB9D}" destId="{1A786DA1-4A0C-4AFF-A1B7-7C46B25597D3}" srcOrd="0" destOrd="0" presId="urn:microsoft.com/office/officeart/2008/layout/LinedList"/>
    <dgm:cxn modelId="{0E690DC9-4FF7-49A8-B9BB-450310E5D6F7}" type="presParOf" srcId="{AE40A626-6019-4BDC-9F60-650217C5FB9D}" destId="{C0F95DEA-83BB-4A6E-BAFD-A3B6B78A7116}" srcOrd="1" destOrd="0" presId="urn:microsoft.com/office/officeart/2008/layout/LinedList"/>
    <dgm:cxn modelId="{422CCC04-B5C7-4E62-A082-A09FD01E077E}" type="presParOf" srcId="{C0F95DEA-83BB-4A6E-BAFD-A3B6B78A7116}" destId="{170C36A5-45CA-4319-9D49-C1C62DB28F7B}" srcOrd="0" destOrd="0" presId="urn:microsoft.com/office/officeart/2008/layout/LinedList"/>
    <dgm:cxn modelId="{BB85E21D-B6C2-4755-A3ED-257D6B55B0C0}" type="presParOf" srcId="{C0F95DEA-83BB-4A6E-BAFD-A3B6B78A7116}" destId="{EC4F914F-BF79-40BF-A369-F746D994D99B}" srcOrd="1" destOrd="0" presId="urn:microsoft.com/office/officeart/2008/layout/LinedList"/>
    <dgm:cxn modelId="{D2737EAE-A2B7-4A74-AE7C-2CAD08E4831D}" type="presParOf" srcId="{AE40A626-6019-4BDC-9F60-650217C5FB9D}" destId="{9CDD4785-75F4-4802-892C-29CF800EFB84}" srcOrd="2" destOrd="0" presId="urn:microsoft.com/office/officeart/2008/layout/LinedList"/>
    <dgm:cxn modelId="{2CF05E5C-48E3-49BF-9CF3-38CEB445A5D5}" type="presParOf" srcId="{AE40A626-6019-4BDC-9F60-650217C5FB9D}" destId="{87E9324D-F58B-484E-87CC-7EA49102A0B0}" srcOrd="3" destOrd="0" presId="urn:microsoft.com/office/officeart/2008/layout/LinedList"/>
    <dgm:cxn modelId="{6E1EDF88-0157-48E9-9D33-05813D9CE2D1}" type="presParOf" srcId="{87E9324D-F58B-484E-87CC-7EA49102A0B0}" destId="{015E457D-FA5E-4AFD-B95D-3ABA13BE0F7E}" srcOrd="0" destOrd="0" presId="urn:microsoft.com/office/officeart/2008/layout/LinedList"/>
    <dgm:cxn modelId="{81F2EFF8-B27E-4452-9155-5A866B22F857}" type="presParOf" srcId="{87E9324D-F58B-484E-87CC-7EA49102A0B0}" destId="{B4F79432-5078-431C-8927-C05F5E647D62}" srcOrd="1" destOrd="0" presId="urn:microsoft.com/office/officeart/2008/layout/LinedList"/>
    <dgm:cxn modelId="{737E2BF2-A463-41B9-93BE-DAB39A3A35C0}" type="presParOf" srcId="{AE40A626-6019-4BDC-9F60-650217C5FB9D}" destId="{E17C216B-5CAC-41D1-83C2-A95DA0517DDC}" srcOrd="4" destOrd="0" presId="urn:microsoft.com/office/officeart/2008/layout/LinedList"/>
    <dgm:cxn modelId="{70377DB4-860E-4112-83AE-95661209601F}" type="presParOf" srcId="{AE40A626-6019-4BDC-9F60-650217C5FB9D}" destId="{22B152D5-C3BA-4D36-B51F-0DE1ADA7493B}" srcOrd="5" destOrd="0" presId="urn:microsoft.com/office/officeart/2008/layout/LinedList"/>
    <dgm:cxn modelId="{EEE3B593-2595-4508-8A77-FF5E6342064D}" type="presParOf" srcId="{22B152D5-C3BA-4D36-B51F-0DE1ADA7493B}" destId="{3A3288F3-EE55-46C4-8994-0DC59E56769E}" srcOrd="0" destOrd="0" presId="urn:microsoft.com/office/officeart/2008/layout/LinedList"/>
    <dgm:cxn modelId="{79988BDB-A61A-485F-813C-69F60C21F47F}" type="presParOf" srcId="{22B152D5-C3BA-4D36-B51F-0DE1ADA7493B}" destId="{16C0DE0F-394B-413D-A3F3-D73C933727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3DFD19-2567-455F-B699-A04605E3BB2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45767E3-603F-4206-AA04-214861B64E3C}">
      <dgm:prSet/>
      <dgm:spPr/>
      <dgm:t>
        <a:bodyPr/>
        <a:lstStyle/>
        <a:p>
          <a:r>
            <a:rPr lang="en-US"/>
            <a:t>func init appFuncBasic</a:t>
          </a:r>
        </a:p>
      </dgm:t>
    </dgm:pt>
    <dgm:pt modelId="{3B777D2C-46CC-4A6C-BCD5-13AA6288B3A2}" type="parTrans" cxnId="{47604423-4FE6-4455-A0AF-12C96A6FBEC6}">
      <dgm:prSet/>
      <dgm:spPr/>
      <dgm:t>
        <a:bodyPr/>
        <a:lstStyle/>
        <a:p>
          <a:endParaRPr lang="en-US"/>
        </a:p>
      </dgm:t>
    </dgm:pt>
    <dgm:pt modelId="{AE888D12-B220-4DE9-B39A-C8EAFEAF6D2F}" type="sibTrans" cxnId="{47604423-4FE6-4455-A0AF-12C96A6FBEC6}">
      <dgm:prSet/>
      <dgm:spPr/>
      <dgm:t>
        <a:bodyPr/>
        <a:lstStyle/>
        <a:p>
          <a:endParaRPr lang="en-US"/>
        </a:p>
      </dgm:t>
    </dgm:pt>
    <dgm:pt modelId="{34F864B0-9430-442A-9510-CFE3694C5FA0}">
      <dgm:prSet/>
      <dgm:spPr/>
      <dgm:t>
        <a:bodyPr/>
        <a:lstStyle/>
        <a:p>
          <a:r>
            <a:rPr lang="en-US"/>
            <a:t>cd appFuncBasic</a:t>
          </a:r>
        </a:p>
      </dgm:t>
    </dgm:pt>
    <dgm:pt modelId="{A7FCBB55-BC22-46FA-ABC7-ACE6B04CBF23}" type="parTrans" cxnId="{759985BC-6F44-4382-AB88-9C1B701BB0F2}">
      <dgm:prSet/>
      <dgm:spPr/>
      <dgm:t>
        <a:bodyPr/>
        <a:lstStyle/>
        <a:p>
          <a:endParaRPr lang="en-US"/>
        </a:p>
      </dgm:t>
    </dgm:pt>
    <dgm:pt modelId="{CE984D34-197B-4FE3-B1D1-3F5BF64357CB}" type="sibTrans" cxnId="{759985BC-6F44-4382-AB88-9C1B701BB0F2}">
      <dgm:prSet/>
      <dgm:spPr/>
      <dgm:t>
        <a:bodyPr/>
        <a:lstStyle/>
        <a:p>
          <a:endParaRPr lang="en-US"/>
        </a:p>
      </dgm:t>
    </dgm:pt>
    <dgm:pt modelId="{217B69C3-1837-45AD-9A0A-9A86631F680E}">
      <dgm:prSet/>
      <dgm:spPr/>
      <dgm:t>
        <a:bodyPr/>
        <a:lstStyle/>
        <a:p>
          <a:r>
            <a:rPr lang="en-US"/>
            <a:t>func new --name appFunc01 --template "HttpTrigger"</a:t>
          </a:r>
        </a:p>
      </dgm:t>
    </dgm:pt>
    <dgm:pt modelId="{67CD3EBC-027A-4D92-879D-7E621996D76E}" type="parTrans" cxnId="{CEB1B330-F869-4E58-8855-FC4D7F1CB76A}">
      <dgm:prSet/>
      <dgm:spPr/>
      <dgm:t>
        <a:bodyPr/>
        <a:lstStyle/>
        <a:p>
          <a:endParaRPr lang="en-US"/>
        </a:p>
      </dgm:t>
    </dgm:pt>
    <dgm:pt modelId="{DB660ABC-F9AD-4FED-998F-5FB84592C2E4}" type="sibTrans" cxnId="{CEB1B330-F869-4E58-8855-FC4D7F1CB76A}">
      <dgm:prSet/>
      <dgm:spPr/>
      <dgm:t>
        <a:bodyPr/>
        <a:lstStyle/>
        <a:p>
          <a:endParaRPr lang="en-US"/>
        </a:p>
      </dgm:t>
    </dgm:pt>
    <dgm:pt modelId="{28120BEF-F246-4184-A0C6-7F928F5125C7}" type="pres">
      <dgm:prSet presAssocID="{5E3DFD19-2567-455F-B699-A04605E3BB2A}" presName="vert0" presStyleCnt="0">
        <dgm:presLayoutVars>
          <dgm:dir/>
          <dgm:animOne val="branch"/>
          <dgm:animLvl val="lvl"/>
        </dgm:presLayoutVars>
      </dgm:prSet>
      <dgm:spPr/>
    </dgm:pt>
    <dgm:pt modelId="{C203145B-76DF-4A7D-BE73-E21FB7E8B810}" type="pres">
      <dgm:prSet presAssocID="{145767E3-603F-4206-AA04-214861B64E3C}" presName="thickLine" presStyleLbl="alignNode1" presStyleIdx="0" presStyleCnt="3"/>
      <dgm:spPr/>
    </dgm:pt>
    <dgm:pt modelId="{3FA45673-0F7B-402D-A392-5BBACC1BFB2B}" type="pres">
      <dgm:prSet presAssocID="{145767E3-603F-4206-AA04-214861B64E3C}" presName="horz1" presStyleCnt="0"/>
      <dgm:spPr/>
    </dgm:pt>
    <dgm:pt modelId="{EAAB1173-93E8-408A-A66C-81CE42115084}" type="pres">
      <dgm:prSet presAssocID="{145767E3-603F-4206-AA04-214861B64E3C}" presName="tx1" presStyleLbl="revTx" presStyleIdx="0" presStyleCnt="3"/>
      <dgm:spPr/>
    </dgm:pt>
    <dgm:pt modelId="{273B4BB5-9A46-4B40-914A-D96EB2A7F0AA}" type="pres">
      <dgm:prSet presAssocID="{145767E3-603F-4206-AA04-214861B64E3C}" presName="vert1" presStyleCnt="0"/>
      <dgm:spPr/>
    </dgm:pt>
    <dgm:pt modelId="{9219E8BD-0065-4C52-893A-91A7736AE9BD}" type="pres">
      <dgm:prSet presAssocID="{34F864B0-9430-442A-9510-CFE3694C5FA0}" presName="thickLine" presStyleLbl="alignNode1" presStyleIdx="1" presStyleCnt="3"/>
      <dgm:spPr/>
    </dgm:pt>
    <dgm:pt modelId="{51811CC3-55AE-4BB8-A6C5-7FE01A012B06}" type="pres">
      <dgm:prSet presAssocID="{34F864B0-9430-442A-9510-CFE3694C5FA0}" presName="horz1" presStyleCnt="0"/>
      <dgm:spPr/>
    </dgm:pt>
    <dgm:pt modelId="{96E0D24D-78A8-4C45-A631-5D9A11992ED0}" type="pres">
      <dgm:prSet presAssocID="{34F864B0-9430-442A-9510-CFE3694C5FA0}" presName="tx1" presStyleLbl="revTx" presStyleIdx="1" presStyleCnt="3"/>
      <dgm:spPr/>
    </dgm:pt>
    <dgm:pt modelId="{98A34307-9E0C-4CB5-9D78-EAC9B67DBA99}" type="pres">
      <dgm:prSet presAssocID="{34F864B0-9430-442A-9510-CFE3694C5FA0}" presName="vert1" presStyleCnt="0"/>
      <dgm:spPr/>
    </dgm:pt>
    <dgm:pt modelId="{B3F994C1-4BD8-47FB-84BD-B488E45EC142}" type="pres">
      <dgm:prSet presAssocID="{217B69C3-1837-45AD-9A0A-9A86631F680E}" presName="thickLine" presStyleLbl="alignNode1" presStyleIdx="2" presStyleCnt="3"/>
      <dgm:spPr/>
    </dgm:pt>
    <dgm:pt modelId="{4C13445E-63E5-4703-B58C-2810F78B8319}" type="pres">
      <dgm:prSet presAssocID="{217B69C3-1837-45AD-9A0A-9A86631F680E}" presName="horz1" presStyleCnt="0"/>
      <dgm:spPr/>
    </dgm:pt>
    <dgm:pt modelId="{B97D77D8-57A1-4E41-BBED-C6318AAC7965}" type="pres">
      <dgm:prSet presAssocID="{217B69C3-1837-45AD-9A0A-9A86631F680E}" presName="tx1" presStyleLbl="revTx" presStyleIdx="2" presStyleCnt="3"/>
      <dgm:spPr/>
    </dgm:pt>
    <dgm:pt modelId="{88685660-FBBE-4ECE-80DA-DDE960408FE1}" type="pres">
      <dgm:prSet presAssocID="{217B69C3-1837-45AD-9A0A-9A86631F680E}" presName="vert1" presStyleCnt="0"/>
      <dgm:spPr/>
    </dgm:pt>
  </dgm:ptLst>
  <dgm:cxnLst>
    <dgm:cxn modelId="{47604423-4FE6-4455-A0AF-12C96A6FBEC6}" srcId="{5E3DFD19-2567-455F-B699-A04605E3BB2A}" destId="{145767E3-603F-4206-AA04-214861B64E3C}" srcOrd="0" destOrd="0" parTransId="{3B777D2C-46CC-4A6C-BCD5-13AA6288B3A2}" sibTransId="{AE888D12-B220-4DE9-B39A-C8EAFEAF6D2F}"/>
    <dgm:cxn modelId="{CEB1B330-F869-4E58-8855-FC4D7F1CB76A}" srcId="{5E3DFD19-2567-455F-B699-A04605E3BB2A}" destId="{217B69C3-1837-45AD-9A0A-9A86631F680E}" srcOrd="2" destOrd="0" parTransId="{67CD3EBC-027A-4D92-879D-7E621996D76E}" sibTransId="{DB660ABC-F9AD-4FED-998F-5FB84592C2E4}"/>
    <dgm:cxn modelId="{97FE6CB8-A973-4F22-AF5C-5CAF675B00F4}" type="presOf" srcId="{34F864B0-9430-442A-9510-CFE3694C5FA0}" destId="{96E0D24D-78A8-4C45-A631-5D9A11992ED0}" srcOrd="0" destOrd="0" presId="urn:microsoft.com/office/officeart/2008/layout/LinedList"/>
    <dgm:cxn modelId="{759985BC-6F44-4382-AB88-9C1B701BB0F2}" srcId="{5E3DFD19-2567-455F-B699-A04605E3BB2A}" destId="{34F864B0-9430-442A-9510-CFE3694C5FA0}" srcOrd="1" destOrd="0" parTransId="{A7FCBB55-BC22-46FA-ABC7-ACE6B04CBF23}" sibTransId="{CE984D34-197B-4FE3-B1D1-3F5BF64357CB}"/>
    <dgm:cxn modelId="{39517AD5-88F3-45B9-A592-22807AB27184}" type="presOf" srcId="{217B69C3-1837-45AD-9A0A-9A86631F680E}" destId="{B97D77D8-57A1-4E41-BBED-C6318AAC7965}" srcOrd="0" destOrd="0" presId="urn:microsoft.com/office/officeart/2008/layout/LinedList"/>
    <dgm:cxn modelId="{071CE0E1-DAB1-4441-A234-0D88237329E6}" type="presOf" srcId="{5E3DFD19-2567-455F-B699-A04605E3BB2A}" destId="{28120BEF-F246-4184-A0C6-7F928F5125C7}" srcOrd="0" destOrd="0" presId="urn:microsoft.com/office/officeart/2008/layout/LinedList"/>
    <dgm:cxn modelId="{4231BBF7-8020-4B7A-9C84-41BC8C505145}" type="presOf" srcId="{145767E3-603F-4206-AA04-214861B64E3C}" destId="{EAAB1173-93E8-408A-A66C-81CE42115084}" srcOrd="0" destOrd="0" presId="urn:microsoft.com/office/officeart/2008/layout/LinedList"/>
    <dgm:cxn modelId="{C7DD2FD8-CFCE-4488-A7C7-514A7611B523}" type="presParOf" srcId="{28120BEF-F246-4184-A0C6-7F928F5125C7}" destId="{C203145B-76DF-4A7D-BE73-E21FB7E8B810}" srcOrd="0" destOrd="0" presId="urn:microsoft.com/office/officeart/2008/layout/LinedList"/>
    <dgm:cxn modelId="{9CBE31F9-D128-4974-8889-6B6B30AD8E14}" type="presParOf" srcId="{28120BEF-F246-4184-A0C6-7F928F5125C7}" destId="{3FA45673-0F7B-402D-A392-5BBACC1BFB2B}" srcOrd="1" destOrd="0" presId="urn:microsoft.com/office/officeart/2008/layout/LinedList"/>
    <dgm:cxn modelId="{00DA8596-2D59-46C1-9882-286960FC3079}" type="presParOf" srcId="{3FA45673-0F7B-402D-A392-5BBACC1BFB2B}" destId="{EAAB1173-93E8-408A-A66C-81CE42115084}" srcOrd="0" destOrd="0" presId="urn:microsoft.com/office/officeart/2008/layout/LinedList"/>
    <dgm:cxn modelId="{1CC2803D-B261-425C-BCF5-4AB018E169D9}" type="presParOf" srcId="{3FA45673-0F7B-402D-A392-5BBACC1BFB2B}" destId="{273B4BB5-9A46-4B40-914A-D96EB2A7F0AA}" srcOrd="1" destOrd="0" presId="urn:microsoft.com/office/officeart/2008/layout/LinedList"/>
    <dgm:cxn modelId="{C44E0900-DD0F-41B2-A64C-88FE186271D2}" type="presParOf" srcId="{28120BEF-F246-4184-A0C6-7F928F5125C7}" destId="{9219E8BD-0065-4C52-893A-91A7736AE9BD}" srcOrd="2" destOrd="0" presId="urn:microsoft.com/office/officeart/2008/layout/LinedList"/>
    <dgm:cxn modelId="{FD929162-23F9-42E1-884D-1C04F8B42B1F}" type="presParOf" srcId="{28120BEF-F246-4184-A0C6-7F928F5125C7}" destId="{51811CC3-55AE-4BB8-A6C5-7FE01A012B06}" srcOrd="3" destOrd="0" presId="urn:microsoft.com/office/officeart/2008/layout/LinedList"/>
    <dgm:cxn modelId="{EE93E1C6-290B-4422-B225-89BF2B8FCD4E}" type="presParOf" srcId="{51811CC3-55AE-4BB8-A6C5-7FE01A012B06}" destId="{96E0D24D-78A8-4C45-A631-5D9A11992ED0}" srcOrd="0" destOrd="0" presId="urn:microsoft.com/office/officeart/2008/layout/LinedList"/>
    <dgm:cxn modelId="{6CB9DE8C-AB8D-49D0-8974-3A0A1B8D7C07}" type="presParOf" srcId="{51811CC3-55AE-4BB8-A6C5-7FE01A012B06}" destId="{98A34307-9E0C-4CB5-9D78-EAC9B67DBA99}" srcOrd="1" destOrd="0" presId="urn:microsoft.com/office/officeart/2008/layout/LinedList"/>
    <dgm:cxn modelId="{F7767668-3D00-4DAD-A923-8F180E2F7641}" type="presParOf" srcId="{28120BEF-F246-4184-A0C6-7F928F5125C7}" destId="{B3F994C1-4BD8-47FB-84BD-B488E45EC142}" srcOrd="4" destOrd="0" presId="urn:microsoft.com/office/officeart/2008/layout/LinedList"/>
    <dgm:cxn modelId="{3EC218B3-704E-48C9-9BED-06C664A58797}" type="presParOf" srcId="{28120BEF-F246-4184-A0C6-7F928F5125C7}" destId="{4C13445E-63E5-4703-B58C-2810F78B8319}" srcOrd="5" destOrd="0" presId="urn:microsoft.com/office/officeart/2008/layout/LinedList"/>
    <dgm:cxn modelId="{D6E2566E-F602-4301-81C9-326051B941BF}" type="presParOf" srcId="{4C13445E-63E5-4703-B58C-2810F78B8319}" destId="{B97D77D8-57A1-4E41-BBED-C6318AAC7965}" srcOrd="0" destOrd="0" presId="urn:microsoft.com/office/officeart/2008/layout/LinedList"/>
    <dgm:cxn modelId="{C9EB8058-44AD-4EF8-8E6E-8BD77D5A7719}" type="presParOf" srcId="{4C13445E-63E5-4703-B58C-2810F78B8319}" destId="{88685660-FBBE-4ECE-80DA-DDE960408F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0CCD98-082A-44B7-A1F5-D375D09A2BA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48944FA-3CF1-4A14-BA0A-54DED73AB290}">
      <dgm:prSet/>
      <dgm:spPr/>
      <dgm:t>
        <a:bodyPr/>
        <a:lstStyle/>
        <a:p>
          <a:r>
            <a:rPr lang="en-US"/>
            <a:t>After creating your function, execute the following command to create your package.json file:</a:t>
          </a:r>
        </a:p>
      </dgm:t>
    </dgm:pt>
    <dgm:pt modelId="{C7157F02-B512-42B3-9FBE-ED09159BEDA4}" type="parTrans" cxnId="{30E6C731-936E-40BA-9411-A97A95F9C7EA}">
      <dgm:prSet/>
      <dgm:spPr/>
      <dgm:t>
        <a:bodyPr/>
        <a:lstStyle/>
        <a:p>
          <a:endParaRPr lang="en-US"/>
        </a:p>
      </dgm:t>
    </dgm:pt>
    <dgm:pt modelId="{B0713253-5800-40F6-9DF9-7AF82835302F}" type="sibTrans" cxnId="{30E6C731-936E-40BA-9411-A97A95F9C7EA}">
      <dgm:prSet/>
      <dgm:spPr/>
      <dgm:t>
        <a:bodyPr/>
        <a:lstStyle/>
        <a:p>
          <a:endParaRPr lang="en-US"/>
        </a:p>
      </dgm:t>
    </dgm:pt>
    <dgm:pt modelId="{173FB041-E9AE-4C11-9C37-85E55BCE3C3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/>
            <a:t>cd &lt;FUNCTION_NAME&gt;</a:t>
          </a:r>
          <a:endParaRPr lang="en-US" dirty="0"/>
        </a:p>
      </dgm:t>
    </dgm:pt>
    <dgm:pt modelId="{B2011B69-080A-4611-B746-75DD8BFEEB6F}" type="parTrans" cxnId="{DC22FAE2-93FC-45A7-9509-BE055F2D6614}">
      <dgm:prSet/>
      <dgm:spPr/>
      <dgm:t>
        <a:bodyPr/>
        <a:lstStyle/>
        <a:p>
          <a:endParaRPr lang="en-US"/>
        </a:p>
      </dgm:t>
    </dgm:pt>
    <dgm:pt modelId="{8D89D198-ADEF-4E6B-8B67-B822210AC4E1}" type="sibTrans" cxnId="{DC22FAE2-93FC-45A7-9509-BE055F2D6614}">
      <dgm:prSet/>
      <dgm:spPr/>
      <dgm:t>
        <a:bodyPr/>
        <a:lstStyle/>
        <a:p>
          <a:endParaRPr lang="en-US"/>
        </a:p>
      </dgm:t>
    </dgm:pt>
    <dgm:pt modelId="{CBCE1CFE-A23C-49B6-911A-3BE140DCEB5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 err="1"/>
            <a:t>npm</a:t>
          </a:r>
          <a:r>
            <a:rPr lang="en-US" b="0" i="0" dirty="0"/>
            <a:t> </a:t>
          </a:r>
          <a:r>
            <a:rPr lang="en-US" b="0" i="0" dirty="0" err="1"/>
            <a:t>init</a:t>
          </a:r>
          <a:endParaRPr lang="en-US" dirty="0"/>
        </a:p>
      </dgm:t>
    </dgm:pt>
    <dgm:pt modelId="{DC1D78DC-9EBC-47ED-8AC1-A7413D3C035D}" type="parTrans" cxnId="{A3777D45-9B90-4C23-ADB2-DB006A97A88C}">
      <dgm:prSet/>
      <dgm:spPr/>
      <dgm:t>
        <a:bodyPr/>
        <a:lstStyle/>
        <a:p>
          <a:endParaRPr lang="en-US"/>
        </a:p>
      </dgm:t>
    </dgm:pt>
    <dgm:pt modelId="{E85A211D-F7BE-444E-8093-ACF74034258D}" type="sibTrans" cxnId="{A3777D45-9B90-4C23-ADB2-DB006A97A88C}">
      <dgm:prSet/>
      <dgm:spPr/>
      <dgm:t>
        <a:bodyPr/>
        <a:lstStyle/>
        <a:p>
          <a:endParaRPr lang="en-US"/>
        </a:p>
      </dgm:t>
    </dgm:pt>
    <dgm:pt modelId="{FE909517-DFB5-42A7-BED9-D7B1E699596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 err="1"/>
            <a:t>npm</a:t>
          </a:r>
          <a:r>
            <a:rPr lang="en-US" b="0" i="0" dirty="0"/>
            <a:t> install --save actions-on-google express azure-function-express</a:t>
          </a:r>
          <a:endParaRPr lang="en-US" dirty="0"/>
        </a:p>
      </dgm:t>
    </dgm:pt>
    <dgm:pt modelId="{42023F66-9EAF-44D6-8AD3-8FCF56323EBA}" type="parTrans" cxnId="{E6A3FB4F-39EC-4E94-B538-6DB37CD9BCDD}">
      <dgm:prSet/>
      <dgm:spPr/>
      <dgm:t>
        <a:bodyPr/>
        <a:lstStyle/>
        <a:p>
          <a:endParaRPr lang="en-US"/>
        </a:p>
      </dgm:t>
    </dgm:pt>
    <dgm:pt modelId="{DE6C5BC8-6C47-49BB-A053-AABF6C00D7F8}" type="sibTrans" cxnId="{E6A3FB4F-39EC-4E94-B538-6DB37CD9BCDD}">
      <dgm:prSet/>
      <dgm:spPr/>
      <dgm:t>
        <a:bodyPr/>
        <a:lstStyle/>
        <a:p>
          <a:endParaRPr lang="en-US"/>
        </a:p>
      </dgm:t>
    </dgm:pt>
    <dgm:pt modelId="{28A98D53-1C60-45B4-A2F6-1C7747B9F5F3}" type="pres">
      <dgm:prSet presAssocID="{680CCD98-082A-44B7-A1F5-D375D09A2BAF}" presName="linear" presStyleCnt="0">
        <dgm:presLayoutVars>
          <dgm:animLvl val="lvl"/>
          <dgm:resizeHandles val="exact"/>
        </dgm:presLayoutVars>
      </dgm:prSet>
      <dgm:spPr/>
    </dgm:pt>
    <dgm:pt modelId="{7557F2B8-6B35-49F8-BAF1-8E4DC96A9A11}" type="pres">
      <dgm:prSet presAssocID="{548944FA-3CF1-4A14-BA0A-54DED73AB29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132EA4B-A8C0-40B4-93DF-1AD0BC10AA33}" type="pres">
      <dgm:prSet presAssocID="{548944FA-3CF1-4A14-BA0A-54DED73AB29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0E6C731-936E-40BA-9411-A97A95F9C7EA}" srcId="{680CCD98-082A-44B7-A1F5-D375D09A2BAF}" destId="{548944FA-3CF1-4A14-BA0A-54DED73AB290}" srcOrd="0" destOrd="0" parTransId="{C7157F02-B512-42B3-9FBE-ED09159BEDA4}" sibTransId="{B0713253-5800-40F6-9DF9-7AF82835302F}"/>
    <dgm:cxn modelId="{420D7E36-85D3-461D-A09E-022CDE784305}" type="presOf" srcId="{548944FA-3CF1-4A14-BA0A-54DED73AB290}" destId="{7557F2B8-6B35-49F8-BAF1-8E4DC96A9A11}" srcOrd="0" destOrd="0" presId="urn:microsoft.com/office/officeart/2005/8/layout/vList2"/>
    <dgm:cxn modelId="{A3777D45-9B90-4C23-ADB2-DB006A97A88C}" srcId="{548944FA-3CF1-4A14-BA0A-54DED73AB290}" destId="{CBCE1CFE-A23C-49B6-911A-3BE140DCEB5A}" srcOrd="1" destOrd="0" parTransId="{DC1D78DC-9EBC-47ED-8AC1-A7413D3C035D}" sibTransId="{E85A211D-F7BE-444E-8093-ACF74034258D}"/>
    <dgm:cxn modelId="{2DD1A74F-999C-4561-864F-200DD77E4D75}" type="presOf" srcId="{FE909517-DFB5-42A7-BED9-D7B1E6995964}" destId="{1132EA4B-A8C0-40B4-93DF-1AD0BC10AA33}" srcOrd="0" destOrd="2" presId="urn:microsoft.com/office/officeart/2005/8/layout/vList2"/>
    <dgm:cxn modelId="{E6A3FB4F-39EC-4E94-B538-6DB37CD9BCDD}" srcId="{548944FA-3CF1-4A14-BA0A-54DED73AB290}" destId="{FE909517-DFB5-42A7-BED9-D7B1E6995964}" srcOrd="2" destOrd="0" parTransId="{42023F66-9EAF-44D6-8AD3-8FCF56323EBA}" sibTransId="{DE6C5BC8-6C47-49BB-A053-AABF6C00D7F8}"/>
    <dgm:cxn modelId="{BD1D557E-87DE-4741-9E99-BBAA5938DE59}" type="presOf" srcId="{173FB041-E9AE-4C11-9C37-85E55BCE3C34}" destId="{1132EA4B-A8C0-40B4-93DF-1AD0BC10AA33}" srcOrd="0" destOrd="0" presId="urn:microsoft.com/office/officeart/2005/8/layout/vList2"/>
    <dgm:cxn modelId="{4F797588-285E-4F6A-B933-A6F47B0D0683}" type="presOf" srcId="{680CCD98-082A-44B7-A1F5-D375D09A2BAF}" destId="{28A98D53-1C60-45B4-A2F6-1C7747B9F5F3}" srcOrd="0" destOrd="0" presId="urn:microsoft.com/office/officeart/2005/8/layout/vList2"/>
    <dgm:cxn modelId="{550A338B-16AC-41BE-A57B-864DCD217FE7}" type="presOf" srcId="{CBCE1CFE-A23C-49B6-911A-3BE140DCEB5A}" destId="{1132EA4B-A8C0-40B4-93DF-1AD0BC10AA33}" srcOrd="0" destOrd="1" presId="urn:microsoft.com/office/officeart/2005/8/layout/vList2"/>
    <dgm:cxn modelId="{DC22FAE2-93FC-45A7-9509-BE055F2D6614}" srcId="{548944FA-3CF1-4A14-BA0A-54DED73AB290}" destId="{173FB041-E9AE-4C11-9C37-85E55BCE3C34}" srcOrd="0" destOrd="0" parTransId="{B2011B69-080A-4611-B746-75DD8BFEEB6F}" sibTransId="{8D89D198-ADEF-4E6B-8B67-B822210AC4E1}"/>
    <dgm:cxn modelId="{ED227526-647A-4571-9A33-259629181989}" type="presParOf" srcId="{28A98D53-1C60-45B4-A2F6-1C7747B9F5F3}" destId="{7557F2B8-6B35-49F8-BAF1-8E4DC96A9A11}" srcOrd="0" destOrd="0" presId="urn:microsoft.com/office/officeart/2005/8/layout/vList2"/>
    <dgm:cxn modelId="{EDCD4884-D35F-407D-A617-2B01913CA7C0}" type="presParOf" srcId="{28A98D53-1C60-45B4-A2F6-1C7747B9F5F3}" destId="{1132EA4B-A8C0-40B4-93DF-1AD0BC10AA3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59334F-18A8-4768-B5A5-FBC1BA2AD0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6E2458B-E6DE-41D6-9E1D-90BFE5727382}">
      <dgm:prSet/>
      <dgm:spPr/>
      <dgm:t>
        <a:bodyPr/>
        <a:lstStyle/>
        <a:p>
          <a:r>
            <a:rPr lang="en-US" b="0" i="0"/>
            <a:t>Last, deploy your fulfillment to the Azure using the following command:</a:t>
          </a:r>
          <a:endParaRPr lang="en-US"/>
        </a:p>
      </dgm:t>
    </dgm:pt>
    <dgm:pt modelId="{0CE994C6-F734-41AE-9E23-962C49F86D8E}" type="parTrans" cxnId="{EFC998E7-4D53-40FD-B77B-41D1CFB6C1E3}">
      <dgm:prSet/>
      <dgm:spPr/>
      <dgm:t>
        <a:bodyPr/>
        <a:lstStyle/>
        <a:p>
          <a:endParaRPr lang="en-US"/>
        </a:p>
      </dgm:t>
    </dgm:pt>
    <dgm:pt modelId="{8FADF417-53AB-401B-934D-E1900208C07E}" type="sibTrans" cxnId="{EFC998E7-4D53-40FD-B77B-41D1CFB6C1E3}">
      <dgm:prSet/>
      <dgm:spPr/>
      <dgm:t>
        <a:bodyPr/>
        <a:lstStyle/>
        <a:p>
          <a:endParaRPr lang="en-US"/>
        </a:p>
      </dgm:t>
    </dgm:pt>
    <dgm:pt modelId="{2C51D813-4591-4054-99A1-70E25713E7A1}">
      <dgm:prSet/>
      <dgm:spPr/>
      <dgm:t>
        <a:bodyPr/>
        <a:lstStyle/>
        <a:p>
          <a:r>
            <a:rPr lang="en-US" b="1"/>
            <a:t>func azure functionapp publish appFunc01 --force</a:t>
          </a:r>
          <a:endParaRPr lang="en-US"/>
        </a:p>
      </dgm:t>
    </dgm:pt>
    <dgm:pt modelId="{2E28C0C0-189D-485A-A2CF-36F53A1BA3E1}" type="parTrans" cxnId="{C916FD42-261C-4975-8B57-05D24B8EC27C}">
      <dgm:prSet/>
      <dgm:spPr/>
      <dgm:t>
        <a:bodyPr/>
        <a:lstStyle/>
        <a:p>
          <a:endParaRPr lang="en-US"/>
        </a:p>
      </dgm:t>
    </dgm:pt>
    <dgm:pt modelId="{D521FAF6-105F-4222-9B53-B0726909A9B5}" type="sibTrans" cxnId="{C916FD42-261C-4975-8B57-05D24B8EC27C}">
      <dgm:prSet/>
      <dgm:spPr/>
      <dgm:t>
        <a:bodyPr/>
        <a:lstStyle/>
        <a:p>
          <a:endParaRPr lang="en-US"/>
        </a:p>
      </dgm:t>
    </dgm:pt>
    <dgm:pt modelId="{E65816AE-2B12-4C2B-9C22-936A372270E5}" type="pres">
      <dgm:prSet presAssocID="{2859334F-18A8-4768-B5A5-FBC1BA2AD040}" presName="root" presStyleCnt="0">
        <dgm:presLayoutVars>
          <dgm:dir/>
          <dgm:resizeHandles val="exact"/>
        </dgm:presLayoutVars>
      </dgm:prSet>
      <dgm:spPr/>
    </dgm:pt>
    <dgm:pt modelId="{8DD2BECE-B9CF-4C32-8ED8-784CEBD07502}" type="pres">
      <dgm:prSet presAssocID="{76E2458B-E6DE-41D6-9E1D-90BFE5727382}" presName="compNode" presStyleCnt="0"/>
      <dgm:spPr/>
    </dgm:pt>
    <dgm:pt modelId="{9F878BF4-73BC-4344-B2F7-6222A56F8C3B}" type="pres">
      <dgm:prSet presAssocID="{76E2458B-E6DE-41D6-9E1D-90BFE5727382}" presName="bgRect" presStyleLbl="bgShp" presStyleIdx="0" presStyleCnt="2"/>
      <dgm:spPr/>
    </dgm:pt>
    <dgm:pt modelId="{0488C090-2436-4FA3-A54C-D4615CE86C24}" type="pres">
      <dgm:prSet presAssocID="{76E2458B-E6DE-41D6-9E1D-90BFE572738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F363171-A724-4748-9EA5-8E859A3D4C86}" type="pres">
      <dgm:prSet presAssocID="{76E2458B-E6DE-41D6-9E1D-90BFE5727382}" presName="spaceRect" presStyleCnt="0"/>
      <dgm:spPr/>
    </dgm:pt>
    <dgm:pt modelId="{C85FD869-C697-422E-B113-67055770019A}" type="pres">
      <dgm:prSet presAssocID="{76E2458B-E6DE-41D6-9E1D-90BFE5727382}" presName="parTx" presStyleLbl="revTx" presStyleIdx="0" presStyleCnt="2">
        <dgm:presLayoutVars>
          <dgm:chMax val="0"/>
          <dgm:chPref val="0"/>
        </dgm:presLayoutVars>
      </dgm:prSet>
      <dgm:spPr/>
    </dgm:pt>
    <dgm:pt modelId="{CF1467A4-A211-47EE-B1EC-2C71532EC2FD}" type="pres">
      <dgm:prSet presAssocID="{8FADF417-53AB-401B-934D-E1900208C07E}" presName="sibTrans" presStyleCnt="0"/>
      <dgm:spPr/>
    </dgm:pt>
    <dgm:pt modelId="{63180FA9-ECF1-4783-97A8-415557426AB7}" type="pres">
      <dgm:prSet presAssocID="{2C51D813-4591-4054-99A1-70E25713E7A1}" presName="compNode" presStyleCnt="0"/>
      <dgm:spPr/>
    </dgm:pt>
    <dgm:pt modelId="{4D5814EC-E8CE-472E-B84C-A69724E4F694}" type="pres">
      <dgm:prSet presAssocID="{2C51D813-4591-4054-99A1-70E25713E7A1}" presName="bgRect" presStyleLbl="bgShp" presStyleIdx="1" presStyleCnt="2"/>
      <dgm:spPr/>
    </dgm:pt>
    <dgm:pt modelId="{58F60DBC-6B65-43C9-9869-733A8F092221}" type="pres">
      <dgm:prSet presAssocID="{2C51D813-4591-4054-99A1-70E25713E7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0C53EE7-E43D-4AFB-9AFA-5333DCEB65C5}" type="pres">
      <dgm:prSet presAssocID="{2C51D813-4591-4054-99A1-70E25713E7A1}" presName="spaceRect" presStyleCnt="0"/>
      <dgm:spPr/>
    </dgm:pt>
    <dgm:pt modelId="{D3A5D880-6AAF-45DA-A09A-05CF4740D5F6}" type="pres">
      <dgm:prSet presAssocID="{2C51D813-4591-4054-99A1-70E25713E7A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16FD42-261C-4975-8B57-05D24B8EC27C}" srcId="{2859334F-18A8-4768-B5A5-FBC1BA2AD040}" destId="{2C51D813-4591-4054-99A1-70E25713E7A1}" srcOrd="1" destOrd="0" parTransId="{2E28C0C0-189D-485A-A2CF-36F53A1BA3E1}" sibTransId="{D521FAF6-105F-4222-9B53-B0726909A9B5}"/>
    <dgm:cxn modelId="{61D5479F-C1CF-4A08-9F6A-886ABA153BD8}" type="presOf" srcId="{2859334F-18A8-4768-B5A5-FBC1BA2AD040}" destId="{E65816AE-2B12-4C2B-9C22-936A372270E5}" srcOrd="0" destOrd="0" presId="urn:microsoft.com/office/officeart/2018/2/layout/IconVerticalSolidList"/>
    <dgm:cxn modelId="{9909E1B8-FFE0-4092-9913-93C5992A85CC}" type="presOf" srcId="{76E2458B-E6DE-41D6-9E1D-90BFE5727382}" destId="{C85FD869-C697-422E-B113-67055770019A}" srcOrd="0" destOrd="0" presId="urn:microsoft.com/office/officeart/2018/2/layout/IconVerticalSolidList"/>
    <dgm:cxn modelId="{F1D4A7E6-9BF1-4224-8D6B-24BB8DF37798}" type="presOf" srcId="{2C51D813-4591-4054-99A1-70E25713E7A1}" destId="{D3A5D880-6AAF-45DA-A09A-05CF4740D5F6}" srcOrd="0" destOrd="0" presId="urn:microsoft.com/office/officeart/2018/2/layout/IconVerticalSolidList"/>
    <dgm:cxn modelId="{EFC998E7-4D53-40FD-B77B-41D1CFB6C1E3}" srcId="{2859334F-18A8-4768-B5A5-FBC1BA2AD040}" destId="{76E2458B-E6DE-41D6-9E1D-90BFE5727382}" srcOrd="0" destOrd="0" parTransId="{0CE994C6-F734-41AE-9E23-962C49F86D8E}" sibTransId="{8FADF417-53AB-401B-934D-E1900208C07E}"/>
    <dgm:cxn modelId="{B4EE4FCD-AC65-4CEA-9BC3-6644C6AFE8FE}" type="presParOf" srcId="{E65816AE-2B12-4C2B-9C22-936A372270E5}" destId="{8DD2BECE-B9CF-4C32-8ED8-784CEBD07502}" srcOrd="0" destOrd="0" presId="urn:microsoft.com/office/officeart/2018/2/layout/IconVerticalSolidList"/>
    <dgm:cxn modelId="{87C84418-D91B-4C04-B753-2621A4177A04}" type="presParOf" srcId="{8DD2BECE-B9CF-4C32-8ED8-784CEBD07502}" destId="{9F878BF4-73BC-4344-B2F7-6222A56F8C3B}" srcOrd="0" destOrd="0" presId="urn:microsoft.com/office/officeart/2018/2/layout/IconVerticalSolidList"/>
    <dgm:cxn modelId="{871BFB69-441F-4419-AA3E-9D38B027AC8E}" type="presParOf" srcId="{8DD2BECE-B9CF-4C32-8ED8-784CEBD07502}" destId="{0488C090-2436-4FA3-A54C-D4615CE86C24}" srcOrd="1" destOrd="0" presId="urn:microsoft.com/office/officeart/2018/2/layout/IconVerticalSolidList"/>
    <dgm:cxn modelId="{67398DA8-DF10-4BA3-8FA0-7217CF4AFBAF}" type="presParOf" srcId="{8DD2BECE-B9CF-4C32-8ED8-784CEBD07502}" destId="{9F363171-A724-4748-9EA5-8E859A3D4C86}" srcOrd="2" destOrd="0" presId="urn:microsoft.com/office/officeart/2018/2/layout/IconVerticalSolidList"/>
    <dgm:cxn modelId="{DD832117-784E-49A8-8C57-9C3EAEF01935}" type="presParOf" srcId="{8DD2BECE-B9CF-4C32-8ED8-784CEBD07502}" destId="{C85FD869-C697-422E-B113-67055770019A}" srcOrd="3" destOrd="0" presId="urn:microsoft.com/office/officeart/2018/2/layout/IconVerticalSolidList"/>
    <dgm:cxn modelId="{05E9B3CA-6A0A-4547-955C-DEBEE7D378FC}" type="presParOf" srcId="{E65816AE-2B12-4C2B-9C22-936A372270E5}" destId="{CF1467A4-A211-47EE-B1EC-2C71532EC2FD}" srcOrd="1" destOrd="0" presId="urn:microsoft.com/office/officeart/2018/2/layout/IconVerticalSolidList"/>
    <dgm:cxn modelId="{F4FB55CC-E830-4494-886B-3C1A43F8E1B8}" type="presParOf" srcId="{E65816AE-2B12-4C2B-9C22-936A372270E5}" destId="{63180FA9-ECF1-4783-97A8-415557426AB7}" srcOrd="2" destOrd="0" presId="urn:microsoft.com/office/officeart/2018/2/layout/IconVerticalSolidList"/>
    <dgm:cxn modelId="{E9ECF6F3-0597-486B-BE4B-E9225FBC304A}" type="presParOf" srcId="{63180FA9-ECF1-4783-97A8-415557426AB7}" destId="{4D5814EC-E8CE-472E-B84C-A69724E4F694}" srcOrd="0" destOrd="0" presId="urn:microsoft.com/office/officeart/2018/2/layout/IconVerticalSolidList"/>
    <dgm:cxn modelId="{18823D15-A776-49D1-A301-3ED58643CE1D}" type="presParOf" srcId="{63180FA9-ECF1-4783-97A8-415557426AB7}" destId="{58F60DBC-6B65-43C9-9869-733A8F092221}" srcOrd="1" destOrd="0" presId="urn:microsoft.com/office/officeart/2018/2/layout/IconVerticalSolidList"/>
    <dgm:cxn modelId="{00B21322-DDF3-47DB-B320-DA084AEDC445}" type="presParOf" srcId="{63180FA9-ECF1-4783-97A8-415557426AB7}" destId="{50C53EE7-E43D-4AFB-9AFA-5333DCEB65C5}" srcOrd="2" destOrd="0" presId="urn:microsoft.com/office/officeart/2018/2/layout/IconVerticalSolidList"/>
    <dgm:cxn modelId="{465C50DF-F413-43A1-A90A-2EC834F1F063}" type="presParOf" srcId="{63180FA9-ECF1-4783-97A8-415557426AB7}" destId="{D3A5D880-6AAF-45DA-A09A-05CF4740D5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86DA1-4A0C-4AFF-A1B7-7C46B25597D3}">
      <dsp:nvSpPr>
        <dsp:cNvPr id="0" name=""/>
        <dsp:cNvSpPr/>
      </dsp:nvSpPr>
      <dsp:spPr>
        <a:xfrm>
          <a:off x="0" y="2606"/>
          <a:ext cx="66512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C36A5-45CA-4319-9D49-C1C62DB28F7B}">
      <dsp:nvSpPr>
        <dsp:cNvPr id="0" name=""/>
        <dsp:cNvSpPr/>
      </dsp:nvSpPr>
      <dsp:spPr>
        <a:xfrm>
          <a:off x="0" y="2606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az</a:t>
          </a:r>
          <a:r>
            <a:rPr lang="en-US" sz="2300" kern="1200" dirty="0"/>
            <a:t> group create --name </a:t>
          </a:r>
          <a:r>
            <a:rPr lang="en-US" sz="2300" kern="1200" dirty="0" err="1"/>
            <a:t>azureFunc</a:t>
          </a:r>
          <a:r>
            <a:rPr lang="en-US" sz="2300" kern="1200" dirty="0"/>
            <a:t> --location </a:t>
          </a:r>
          <a:r>
            <a:rPr lang="en-US" sz="2300" kern="1200" dirty="0" err="1"/>
            <a:t>centralus</a:t>
          </a:r>
          <a:endParaRPr lang="en-US" sz="2300" kern="1200" dirty="0"/>
        </a:p>
      </dsp:txBody>
      <dsp:txXfrm>
        <a:off x="0" y="2606"/>
        <a:ext cx="6651253" cy="1777850"/>
      </dsp:txXfrm>
    </dsp:sp>
    <dsp:sp modelId="{9CDD4785-75F4-4802-892C-29CF800EFB84}">
      <dsp:nvSpPr>
        <dsp:cNvPr id="0" name=""/>
        <dsp:cNvSpPr/>
      </dsp:nvSpPr>
      <dsp:spPr>
        <a:xfrm>
          <a:off x="0" y="1780456"/>
          <a:ext cx="66512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E457D-FA5E-4AFD-B95D-3ABA13BE0F7E}">
      <dsp:nvSpPr>
        <dsp:cNvPr id="0" name=""/>
        <dsp:cNvSpPr/>
      </dsp:nvSpPr>
      <dsp:spPr>
        <a:xfrm>
          <a:off x="0" y="1780456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az</a:t>
          </a:r>
          <a:r>
            <a:rPr lang="en-US" sz="2300" kern="1200" dirty="0"/>
            <a:t> storage account create --name azurefuncstorage02 --resource-group azureFunc02 --location </a:t>
          </a:r>
          <a:r>
            <a:rPr lang="en-US" sz="2300" kern="1200" dirty="0" err="1"/>
            <a:t>centralus</a:t>
          </a:r>
          <a:r>
            <a:rPr lang="en-US" sz="2300" kern="1200" dirty="0"/>
            <a:t> --</a:t>
          </a:r>
          <a:r>
            <a:rPr lang="en-US" sz="2300" kern="1200" dirty="0" err="1"/>
            <a:t>sku</a:t>
          </a:r>
          <a:r>
            <a:rPr lang="en-US" sz="2300" kern="1200" dirty="0"/>
            <a:t> </a:t>
          </a:r>
          <a:r>
            <a:rPr lang="en-US" sz="2300" kern="1200" dirty="0" err="1"/>
            <a:t>Standard_LRS</a:t>
          </a:r>
          <a:endParaRPr lang="en-US" sz="2300" kern="1200" dirty="0"/>
        </a:p>
      </dsp:txBody>
      <dsp:txXfrm>
        <a:off x="0" y="1780456"/>
        <a:ext cx="6651253" cy="1777850"/>
      </dsp:txXfrm>
    </dsp:sp>
    <dsp:sp modelId="{E17C216B-5CAC-41D1-83C2-A95DA0517DDC}">
      <dsp:nvSpPr>
        <dsp:cNvPr id="0" name=""/>
        <dsp:cNvSpPr/>
      </dsp:nvSpPr>
      <dsp:spPr>
        <a:xfrm>
          <a:off x="0" y="3558307"/>
          <a:ext cx="66512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288F3-EE55-46C4-8994-0DC59E56769E}">
      <dsp:nvSpPr>
        <dsp:cNvPr id="0" name=""/>
        <dsp:cNvSpPr/>
      </dsp:nvSpPr>
      <dsp:spPr>
        <a:xfrm>
          <a:off x="0" y="3558307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 functionapp create --resource-group azureFunc --consumption-plan-location centralus --name appFunc01 --storage-account azurefuncstorage01 --runtime node</a:t>
          </a:r>
        </a:p>
      </dsp:txBody>
      <dsp:txXfrm>
        <a:off x="0" y="3558307"/>
        <a:ext cx="6651253" cy="1777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3145B-76DF-4A7D-BE73-E21FB7E8B810}">
      <dsp:nvSpPr>
        <dsp:cNvPr id="0" name=""/>
        <dsp:cNvSpPr/>
      </dsp:nvSpPr>
      <dsp:spPr>
        <a:xfrm>
          <a:off x="0" y="2606"/>
          <a:ext cx="665125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B1173-93E8-408A-A66C-81CE42115084}">
      <dsp:nvSpPr>
        <dsp:cNvPr id="0" name=""/>
        <dsp:cNvSpPr/>
      </dsp:nvSpPr>
      <dsp:spPr>
        <a:xfrm>
          <a:off x="0" y="2606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func init appFuncBasic</a:t>
          </a:r>
        </a:p>
      </dsp:txBody>
      <dsp:txXfrm>
        <a:off x="0" y="2606"/>
        <a:ext cx="6651253" cy="1777850"/>
      </dsp:txXfrm>
    </dsp:sp>
    <dsp:sp modelId="{9219E8BD-0065-4C52-893A-91A7736AE9BD}">
      <dsp:nvSpPr>
        <dsp:cNvPr id="0" name=""/>
        <dsp:cNvSpPr/>
      </dsp:nvSpPr>
      <dsp:spPr>
        <a:xfrm>
          <a:off x="0" y="1780456"/>
          <a:ext cx="6651253" cy="0"/>
        </a:xfrm>
        <a:prstGeom prst="line">
          <a:avLst/>
        </a:prstGeom>
        <a:solidFill>
          <a:schemeClr val="accent5">
            <a:hueOff val="731928"/>
            <a:satOff val="3174"/>
            <a:lumOff val="-1569"/>
            <a:alphaOff val="0"/>
          </a:schemeClr>
        </a:solidFill>
        <a:ln w="12700" cap="flat" cmpd="sng" algn="ctr">
          <a:solidFill>
            <a:schemeClr val="accent5">
              <a:hueOff val="731928"/>
              <a:satOff val="3174"/>
              <a:lumOff val="-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0D24D-78A8-4C45-A631-5D9A11992ED0}">
      <dsp:nvSpPr>
        <dsp:cNvPr id="0" name=""/>
        <dsp:cNvSpPr/>
      </dsp:nvSpPr>
      <dsp:spPr>
        <a:xfrm>
          <a:off x="0" y="1780456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cd appFuncBasic</a:t>
          </a:r>
        </a:p>
      </dsp:txBody>
      <dsp:txXfrm>
        <a:off x="0" y="1780456"/>
        <a:ext cx="6651253" cy="1777850"/>
      </dsp:txXfrm>
    </dsp:sp>
    <dsp:sp modelId="{B3F994C1-4BD8-47FB-84BD-B488E45EC142}">
      <dsp:nvSpPr>
        <dsp:cNvPr id="0" name=""/>
        <dsp:cNvSpPr/>
      </dsp:nvSpPr>
      <dsp:spPr>
        <a:xfrm>
          <a:off x="0" y="3558307"/>
          <a:ext cx="6651253" cy="0"/>
        </a:xfrm>
        <a:prstGeom prst="line">
          <a:avLst/>
        </a:prstGeom>
        <a:solidFill>
          <a:schemeClr val="accent5">
            <a:hueOff val="1463857"/>
            <a:satOff val="6347"/>
            <a:lumOff val="-3137"/>
            <a:alphaOff val="0"/>
          </a:schemeClr>
        </a:solidFill>
        <a:ln w="12700" cap="flat" cmpd="sng" algn="ctr">
          <a:solidFill>
            <a:schemeClr val="accent5">
              <a:hueOff val="1463857"/>
              <a:satOff val="6347"/>
              <a:lumOff val="-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D77D8-57A1-4E41-BBED-C6318AAC7965}">
      <dsp:nvSpPr>
        <dsp:cNvPr id="0" name=""/>
        <dsp:cNvSpPr/>
      </dsp:nvSpPr>
      <dsp:spPr>
        <a:xfrm>
          <a:off x="0" y="3558307"/>
          <a:ext cx="6651253" cy="177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func new --name appFunc01 --template "HttpTrigger"</a:t>
          </a:r>
        </a:p>
      </dsp:txBody>
      <dsp:txXfrm>
        <a:off x="0" y="3558307"/>
        <a:ext cx="6651253" cy="1777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7F2B8-6B35-49F8-BAF1-8E4DC96A9A11}">
      <dsp:nvSpPr>
        <dsp:cNvPr id="0" name=""/>
        <dsp:cNvSpPr/>
      </dsp:nvSpPr>
      <dsp:spPr>
        <a:xfrm>
          <a:off x="0" y="333656"/>
          <a:ext cx="6651253" cy="24979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After creating your function, execute the following command to create your package.json file:</a:t>
          </a:r>
        </a:p>
      </dsp:txBody>
      <dsp:txXfrm>
        <a:off x="121940" y="455596"/>
        <a:ext cx="6407373" cy="2254070"/>
      </dsp:txXfrm>
    </dsp:sp>
    <dsp:sp modelId="{1132EA4B-A8C0-40B4-93DF-1AD0BC10AA33}">
      <dsp:nvSpPr>
        <dsp:cNvPr id="0" name=""/>
        <dsp:cNvSpPr/>
      </dsp:nvSpPr>
      <dsp:spPr>
        <a:xfrm>
          <a:off x="0" y="2831607"/>
          <a:ext cx="6651253" cy="217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177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700" b="0" i="0" kern="1200" dirty="0"/>
            <a:t>cd &lt;FUNCTION_NAME&gt;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700" b="0" i="0" kern="1200" dirty="0" err="1"/>
            <a:t>npm</a:t>
          </a:r>
          <a:r>
            <a:rPr lang="en-US" sz="2700" b="0" i="0" kern="1200" dirty="0"/>
            <a:t> </a:t>
          </a:r>
          <a:r>
            <a:rPr lang="en-US" sz="2700" b="0" i="0" kern="1200" dirty="0" err="1"/>
            <a:t>init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700" b="0" i="0" kern="1200" dirty="0" err="1"/>
            <a:t>npm</a:t>
          </a:r>
          <a:r>
            <a:rPr lang="en-US" sz="2700" b="0" i="0" kern="1200" dirty="0"/>
            <a:t> install --save actions-on-google express azure-function-express</a:t>
          </a:r>
          <a:endParaRPr lang="en-US" sz="2700" kern="1200" dirty="0"/>
        </a:p>
      </dsp:txBody>
      <dsp:txXfrm>
        <a:off x="0" y="2831607"/>
        <a:ext cx="6651253" cy="2173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78BF4-73BC-4344-B2F7-6222A56F8C3B}">
      <dsp:nvSpPr>
        <dsp:cNvPr id="0" name=""/>
        <dsp:cNvSpPr/>
      </dsp:nvSpPr>
      <dsp:spPr>
        <a:xfrm>
          <a:off x="0" y="892934"/>
          <a:ext cx="5803231" cy="16484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8C090-2436-4FA3-A54C-D4615CE86C24}">
      <dsp:nvSpPr>
        <dsp:cNvPr id="0" name=""/>
        <dsp:cNvSpPr/>
      </dsp:nvSpPr>
      <dsp:spPr>
        <a:xfrm>
          <a:off x="498669" y="1263846"/>
          <a:ext cx="906672" cy="9066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FD869-C697-422E-B113-67055770019A}">
      <dsp:nvSpPr>
        <dsp:cNvPr id="0" name=""/>
        <dsp:cNvSpPr/>
      </dsp:nvSpPr>
      <dsp:spPr>
        <a:xfrm>
          <a:off x="1904011" y="892934"/>
          <a:ext cx="3899219" cy="1648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66" tIns="174466" rIns="174466" bIns="17446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Last, deploy your fulfillment to the Azure using the following command:</a:t>
          </a:r>
          <a:endParaRPr lang="en-US" sz="2300" kern="1200"/>
        </a:p>
      </dsp:txBody>
      <dsp:txXfrm>
        <a:off x="1904011" y="892934"/>
        <a:ext cx="3899219" cy="1648494"/>
      </dsp:txXfrm>
    </dsp:sp>
    <dsp:sp modelId="{4D5814EC-E8CE-472E-B84C-A69724E4F694}">
      <dsp:nvSpPr>
        <dsp:cNvPr id="0" name=""/>
        <dsp:cNvSpPr/>
      </dsp:nvSpPr>
      <dsp:spPr>
        <a:xfrm>
          <a:off x="0" y="2953553"/>
          <a:ext cx="5803231" cy="16484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60DBC-6B65-43C9-9869-733A8F092221}">
      <dsp:nvSpPr>
        <dsp:cNvPr id="0" name=""/>
        <dsp:cNvSpPr/>
      </dsp:nvSpPr>
      <dsp:spPr>
        <a:xfrm>
          <a:off x="498669" y="3324464"/>
          <a:ext cx="906672" cy="9066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5D880-6AAF-45DA-A09A-05CF4740D5F6}">
      <dsp:nvSpPr>
        <dsp:cNvPr id="0" name=""/>
        <dsp:cNvSpPr/>
      </dsp:nvSpPr>
      <dsp:spPr>
        <a:xfrm>
          <a:off x="1904011" y="2953553"/>
          <a:ext cx="3899219" cy="1648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466" tIns="174466" rIns="174466" bIns="17446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func azure functionapp publish appFunc01 --force</a:t>
          </a:r>
          <a:endParaRPr lang="en-US" sz="2300" kern="1200"/>
        </a:p>
      </dsp:txBody>
      <dsp:txXfrm>
        <a:off x="1904011" y="2953553"/>
        <a:ext cx="3899219" cy="1648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2011680"/>
            <a:ext cx="10515240" cy="4160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1051524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2620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8080" y="418500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2620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9344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794916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83808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9344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794916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38080" y="2011680"/>
            <a:ext cx="10515240" cy="4160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1051524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4160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2620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8080" y="4185000"/>
            <a:ext cx="1051524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26200" y="201168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3808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26200" y="4185000"/>
            <a:ext cx="513108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808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9344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7949160" y="201168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83808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9344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7949160" y="4185000"/>
            <a:ext cx="3385800" cy="1984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 flipV="1" rot="10800000">
            <a:off x="2600280" y="527040"/>
            <a:ext cx="6991920" cy="5102280"/>
          </a:xfrm>
          <a:custGeom>
            <a:avLst/>
            <a:gdLst/>
            <a:ah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1508760" y="1591200"/>
            <a:ext cx="5705640" cy="326412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90000"/>
              </a:lnSpc>
            </a:pPr>
            <a:r>
              <a:rPr b="0" lang="en-US" sz="4800" spc="-1" strike="noStrike">
                <a:solidFill>
                  <a:srgbClr val="000000"/>
                </a:solidFill>
                <a:latin typeface="Century Gothic"/>
              </a:rPr>
              <a:t>Click to edit Master </a:t>
            </a:r>
            <a:r>
              <a:rPr b="0" lang="en-US" sz="4800" spc="-1" strike="noStrike">
                <a:solidFill>
                  <a:srgbClr val="000000"/>
                </a:solidFill>
                <a:latin typeface="Century Gothic"/>
              </a:rPr>
              <a:t>title style</a:t>
            </a:r>
            <a:endParaRPr b="0" lang="en-US" sz="4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6CCCC555-6835-4AB0-AB4C-1A280D5276CA}" type="datetime">
              <a:rPr b="0" lang="en-US" sz="1200" spc="-1" strike="noStrike">
                <a:solidFill>
                  <a:srgbClr val="8b8b8b"/>
                </a:solidFill>
                <a:latin typeface="Century Gothic"/>
              </a:rPr>
              <a:t>4/3/21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7379D74-5395-4AC2-B2FA-494F6F9C3284}" type="slidenum">
              <a:rPr b="0" lang="en-US" sz="1200" spc="-1" strike="noStrike">
                <a:solidFill>
                  <a:srgbClr val="8b8b8b"/>
                </a:solidFill>
                <a:latin typeface="Century Gothi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entury Gothic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 flipH="1">
            <a:off x="0" y="315000"/>
            <a:ext cx="3021120" cy="1434960"/>
          </a:xfrm>
          <a:custGeom>
            <a:avLst/>
            <a:gdLst/>
            <a:ah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8080" y="2011680"/>
            <a:ext cx="10515240" cy="41601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entury Gothic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lvl="1" marL="685800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entury Gothic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entury Gothic"/>
            </a:endParaRPr>
          </a:p>
          <a:p>
            <a:pPr lvl="2" marL="1143000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 lvl="3" marL="1600200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  <a:p>
            <a:pPr lvl="4" marL="2057400" indent="-2282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26C182C-ACB1-4379-8431-AE896AAEA52C}" type="datetime">
              <a:rPr b="0" lang="en-US" sz="1200" spc="-1" strike="noStrike">
                <a:solidFill>
                  <a:srgbClr val="8b8b8b"/>
                </a:solidFill>
                <a:latin typeface="Century Gothic"/>
              </a:rPr>
              <a:t>4/3/21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E0A9E29-D719-4FA6-9EAF-5935F6EBC14E}" type="slidenum">
              <a:rPr b="0" lang="en-US" sz="1200" spc="-1" strike="noStrike">
                <a:solidFill>
                  <a:srgbClr val="8b8b8b"/>
                </a:solidFill>
                <a:latin typeface="Century Gothi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docs.microsoft.com/en-us/cli/azure/install-azure-cli?view=azure-cli-latest" TargetMode="External"/><Relationship Id="rId2" Type="http://schemas.openxmlformats.org/officeDocument/2006/relationships/hyperlink" Target="https://docs.microsoft.com/en-us/azure/azure-functions/functions-run-local#install-the-azure-functions-core-tools" TargetMode="External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medium.com/google-developer-experts/how-to-use-actions-on-google-client-library-on-azure-functions-node-js-178d5ecd04e3" TargetMode="External"/><Relationship Id="rId2" Type="http://schemas.openxmlformats.org/officeDocument/2006/relationships/hyperlink" Target="https://jsoverson.medium.com/how-to-deploy-node-js-functions-to-google-cloud-8bba05e9c10a" TargetMode="External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5" name="Picture 3" descr="Chart, radar chart&#10;&#10;Description automatically generated"/>
          <p:cNvPicPr/>
          <p:nvPr/>
        </p:nvPicPr>
        <p:blipFill>
          <a:blip r:embed="rId1"/>
          <a:srcRect l="0" t="7691" r="0" b="4762"/>
          <a:stretch/>
        </p:blipFill>
        <p:spPr>
          <a:xfrm>
            <a:off x="72000" y="3600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86" name="TextShape 2"/>
          <p:cNvSpPr txBox="1"/>
          <p:nvPr/>
        </p:nvSpPr>
        <p:spPr>
          <a:xfrm>
            <a:off x="6095880" y="3834000"/>
            <a:ext cx="5257440" cy="17013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73000"/>
          </a:bodyPr>
          <a:p>
            <a:pPr>
              <a:lnSpc>
                <a:spcPct val="90000"/>
              </a:lnSpc>
            </a:pPr>
            <a:r>
              <a:rPr b="0" lang="en-US" sz="3700" spc="-1" strike="noStrike">
                <a:solidFill>
                  <a:srgbClr val="000000"/>
                </a:solidFill>
                <a:latin typeface="fell"/>
              </a:rPr>
              <a:t>How to use Actions on Google Client Library on Azure Functions Node.js</a:t>
            </a:r>
            <a:endParaRPr b="0" lang="en-US" sz="37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7" name="TextShape 3"/>
          <p:cNvSpPr txBox="1"/>
          <p:nvPr/>
        </p:nvSpPr>
        <p:spPr>
          <a:xfrm>
            <a:off x="6095880" y="5592600"/>
            <a:ext cx="5147640" cy="646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cap="all">
                <a:solidFill>
                  <a:srgbClr val="000000"/>
                </a:solidFill>
                <a:latin typeface="Century Gothic"/>
              </a:rPr>
              <a:t>By: Fahim Uz Zaman and Alifya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292929"/>
                </a:solidFill>
                <a:latin typeface="sohne"/>
              </a:rPr>
              <a:t>Architecture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838080" y="2011680"/>
            <a:ext cx="10515240" cy="4160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I assume that you want to implement your fulfillment code on Azure Functions to handle requests from Dialogflow as like the following: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90" name="Picture 2" descr=""/>
          <p:cNvPicPr/>
          <p:nvPr/>
        </p:nvPicPr>
        <p:blipFill>
          <a:blip r:embed="rId1"/>
          <a:stretch/>
        </p:blipFill>
        <p:spPr>
          <a:xfrm>
            <a:off x="1086840" y="3373920"/>
            <a:ext cx="10018080" cy="2797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292929"/>
                </a:solidFill>
                <a:latin typeface="sohne"/>
              </a:rPr>
              <a:t>Prerequisite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838080" y="2011680"/>
            <a:ext cx="10515240" cy="4160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69000"/>
          </a:bodyPr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need to prepare the following: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have already registered your account on Azure.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have already installed </a:t>
            </a:r>
            <a:r>
              <a:rPr b="0" lang="en-US" sz="2800" spc="-1" strike="noStrike" u="sng">
                <a:solidFill>
                  <a:srgbClr val="30928b"/>
                </a:solidFill>
                <a:uFillTx/>
                <a:latin typeface="charter"/>
                <a:hlinkClick r:id="rId1"/>
              </a:rPr>
              <a:t>Azure CLI</a:t>
            </a: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 and signed in to the Azure.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have already installed </a:t>
            </a:r>
            <a:r>
              <a:rPr b="0" lang="en-US" sz="2800" spc="-1" strike="noStrike" u="sng">
                <a:solidFill>
                  <a:srgbClr val="30928b"/>
                </a:solidFill>
                <a:uFillTx/>
                <a:latin typeface="charter"/>
                <a:hlinkClick r:id="rId2"/>
              </a:rPr>
              <a:t>Azure Functions Core Tools</a:t>
            </a: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have already understood how to build actions for Google Assistant on Google Cloud Platform or Amazon Web Services.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 marL="514440" indent="-514080">
              <a:lnSpc>
                <a:spcPct val="100000"/>
              </a:lnSpc>
              <a:spcBef>
                <a:spcPts val="1001"/>
              </a:spcBef>
              <a:buClr>
                <a:srgbClr val="292929"/>
              </a:buClr>
              <a:buFont typeface="Century Gothic"/>
              <a:buAutoNum type="arabicPeriod"/>
            </a:pPr>
            <a:r>
              <a:rPr b="0" lang="en-US" sz="2800" spc="-1" strike="noStrike">
                <a:solidFill>
                  <a:srgbClr val="292929"/>
                </a:solidFill>
                <a:latin typeface="charter"/>
              </a:rPr>
              <a:t>You already have your Actions on Google project and your Dialogflow agent that has already been connected to the AoG project.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4" name="Picture 4" descr="Empty speech bubbles"/>
          <p:cNvPicPr/>
          <p:nvPr/>
        </p:nvPicPr>
        <p:blipFill>
          <a:blip r:embed="rId1"/>
          <a:srcRect l="0" t="5618" r="0" b="1011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95" name="CustomShape 2"/>
          <p:cNvSpPr/>
          <p:nvPr/>
        </p:nvSpPr>
        <p:spPr>
          <a:xfrm flipV="1" rot="10800000">
            <a:off x="1969920" y="181440"/>
            <a:ext cx="8252280" cy="6021720"/>
          </a:xfrm>
          <a:custGeom>
            <a:avLst/>
            <a:gdLst/>
            <a:ah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Shape 3"/>
          <p:cNvSpPr txBox="1"/>
          <p:nvPr/>
        </p:nvSpPr>
        <p:spPr>
          <a:xfrm>
            <a:off x="3204360" y="1720080"/>
            <a:ext cx="5860800" cy="14389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sohne"/>
              </a:rPr>
              <a:t>Create Your Function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7" name="TextShape 4"/>
          <p:cNvSpPr txBox="1"/>
          <p:nvPr/>
        </p:nvSpPr>
        <p:spPr>
          <a:xfrm>
            <a:off x="3204360" y="3312000"/>
            <a:ext cx="5860800" cy="18720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harter"/>
              </a:rPr>
              <a:t>Let’s get started to create your function on Azure. If you don’t have your resource group and your storage account, please create them using the following commands:</a:t>
            </a:r>
            <a:endParaRPr b="0" lang="en-US" sz="1400" spc="-1" strike="noStrike">
              <a:solidFill>
                <a:srgbClr val="000000"/>
              </a:solidFill>
              <a:latin typeface="Century Gothic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Menlo"/>
              </a:rPr>
              <a:t>$ az group create --name &lt;RESOURCE_GROUP_NAME&gt; --location &lt;LOCATION_NAME&gt;</a:t>
            </a:r>
            <a:br/>
            <a:r>
              <a:rPr b="0" lang="en-US" sz="1400" spc="-1" strike="noStrike">
                <a:solidFill>
                  <a:srgbClr val="000000"/>
                </a:solidFill>
                <a:latin typeface="Menlo"/>
              </a:rPr>
              <a:t>$ az storage account create --name &lt;STORAGE_ACCOUNT_NAME&gt; --resource-group &lt;RESOURCE_GROUP_NAME&gt; --location &lt;LOCATION_NAME&gt; --sku Standard_LRS</a:t>
            </a:r>
            <a:endParaRPr b="0" lang="en-US" sz="14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CustomShape 2"/>
          <p:cNvSpPr/>
          <p:nvPr/>
        </p:nvSpPr>
        <p:spPr>
          <a:xfrm flipH="1">
            <a:off x="-720" y="0"/>
            <a:ext cx="5511240" cy="6857640"/>
          </a:xfrm>
          <a:custGeom>
            <a:avLst/>
            <a:gdLst/>
            <a:ahLst/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rgbClr val="b13b42">
              <a:alpha val="20000"/>
            </a:srgb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Shape 3"/>
          <p:cNvSpPr txBox="1"/>
          <p:nvPr/>
        </p:nvSpPr>
        <p:spPr>
          <a:xfrm>
            <a:off x="838080" y="713160"/>
            <a:ext cx="3524040" cy="54309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sohne"/>
              </a:rPr>
              <a:t>Create Your Function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1" name="TextShape 4"/>
          <p:cNvSpPr txBox="1"/>
          <p:nvPr/>
        </p:nvSpPr>
        <p:spPr>
          <a:xfrm>
            <a:off x="6095880" y="713160"/>
            <a:ext cx="5257440" cy="54309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Menlo"/>
              </a:rPr>
              <a:t>$ az functionapp create --resource-group &lt;RESOURCE_GROUP_NAME&gt; --consumption-plan-location &lt;LOCATION_NAME&gt; --name &lt;FUNCTION_NAME&gt; --storage-account &lt;STORAGE_ACCOUNT_NAME&gt; --runtime node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Menlo"/>
              </a:rPr>
              <a:t>$ func init &lt;FUNCTIONAPP_NAME&gt;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Menlo"/>
              </a:rPr>
              <a:t>$ cd &lt;FUNCTIONAPP_NAME&gt;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Menlo"/>
              </a:rPr>
              <a:t>$ func new --name &lt;FUNCTION_NAME&gt; --template "HttpTrigger"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CustomShape 2"/>
          <p:cNvSpPr/>
          <p:nvPr/>
        </p:nvSpPr>
        <p:spPr>
          <a:xfrm>
            <a:off x="165600" y="2116800"/>
            <a:ext cx="4087800" cy="2781360"/>
          </a:xfrm>
          <a:custGeom>
            <a:avLst/>
            <a:gdLst/>
            <a:ahLst/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extShape 3"/>
          <p:cNvSpPr txBox="1"/>
          <p:nvPr/>
        </p:nvSpPr>
        <p:spPr>
          <a:xfrm>
            <a:off x="838080" y="1495440"/>
            <a:ext cx="3220560" cy="4024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entury Gothic"/>
              </a:rPr>
              <a:t>Implementations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435995595"/>
              </p:ext>
            </p:extLst>
          </p:nvPr>
        </p:nvGraphicFramePr>
        <p:xfrm>
          <a:off x="4702680" y="838080"/>
          <a:ext cx="6651000" cy="5338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CustomShape 2"/>
          <p:cNvSpPr/>
          <p:nvPr/>
        </p:nvSpPr>
        <p:spPr>
          <a:xfrm>
            <a:off x="165600" y="2116800"/>
            <a:ext cx="4087800" cy="2781360"/>
          </a:xfrm>
          <a:custGeom>
            <a:avLst/>
            <a:gdLst/>
            <a:ahLst/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Shape 3"/>
          <p:cNvSpPr txBox="1"/>
          <p:nvPr/>
        </p:nvSpPr>
        <p:spPr>
          <a:xfrm>
            <a:off x="838080" y="1495440"/>
            <a:ext cx="3220560" cy="4024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entury Gothic"/>
              </a:rPr>
              <a:t>Implementations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915845504"/>
              </p:ext>
            </p:extLst>
          </p:nvPr>
        </p:nvGraphicFramePr>
        <p:xfrm>
          <a:off x="4702680" y="838080"/>
          <a:ext cx="6651000" cy="5338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CustomShape 2"/>
          <p:cNvSpPr/>
          <p:nvPr/>
        </p:nvSpPr>
        <p:spPr>
          <a:xfrm>
            <a:off x="165600" y="2116800"/>
            <a:ext cx="4087800" cy="2781360"/>
          </a:xfrm>
          <a:custGeom>
            <a:avLst/>
            <a:gdLst/>
            <a:ahLst/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Shape 3"/>
          <p:cNvSpPr txBox="1"/>
          <p:nvPr/>
        </p:nvSpPr>
        <p:spPr>
          <a:xfrm>
            <a:off x="838080" y="1495440"/>
            <a:ext cx="3220560" cy="4024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3300" spc="-1" strike="noStrike">
                <a:solidFill>
                  <a:srgbClr val="000000"/>
                </a:solidFill>
                <a:latin typeface="Century Gothic"/>
              </a:rPr>
              <a:t>Install Dependencies</a:t>
            </a:r>
            <a:endParaRPr b="0" lang="en-US" sz="3300" spc="-1" strike="noStrike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3222203159"/>
              </p:ext>
            </p:extLst>
          </p:nvPr>
        </p:nvGraphicFramePr>
        <p:xfrm>
          <a:off x="4702680" y="838080"/>
          <a:ext cx="6651000" cy="5338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entury Gothic"/>
              </a:rPr>
              <a:t>Write Fulfillment Code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838080" y="2011680"/>
            <a:ext cx="10515240" cy="4160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entury Gothic"/>
              </a:rPr>
              <a:t>By the commands above, the index.js file has already been created in the &lt;FUNCTION_NAME&gt; directory. Replace the content of the index.js file with the following code: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entury Gothic"/>
              </a:rPr>
              <a:t>Code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4" name="TextShape 2"/>
          <p:cNvSpPr txBox="1"/>
          <p:nvPr/>
        </p:nvSpPr>
        <p:spPr>
          <a:xfrm>
            <a:off x="838080" y="2011680"/>
            <a:ext cx="10515240" cy="4160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2000"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{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dialogflow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}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require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'actions-on-google'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express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require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'express'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{ </a:t>
            </a: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createHandler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}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require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'azure-function-express'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dialogflow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.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intent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'Default Welcome Intent'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800" spc="-1" strike="noStrike">
                <a:solidFill>
                  <a:srgbClr val="001080"/>
                </a:solidFill>
                <a:latin typeface="Consolas"/>
              </a:rPr>
              <a:t>conv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=&gt;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{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2800" spc="-1" strike="noStrike">
                <a:solidFill>
                  <a:srgbClr val="008000"/>
                </a:solidFill>
                <a:latin typeface="Consolas"/>
              </a:rPr>
              <a:t>// conv.close('Hello, Azure!');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2800" spc="-1" strike="noStrike">
                <a:solidFill>
                  <a:srgbClr val="001080"/>
                </a:solidFill>
                <a:latin typeface="Consolas"/>
              </a:rPr>
              <a:t>conv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.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add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"Hello This is MicroSoft BackEnd"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});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8000"/>
                </a:solidFill>
                <a:latin typeface="Consolas"/>
              </a:rPr>
              <a:t>// Put other intent handlers here.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ff"/>
                </a:solidFill>
                <a:latin typeface="Consolas"/>
              </a:rPr>
              <a:t>const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expressApp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express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expressApp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.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post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a31515"/>
                </a:solidFill>
                <a:latin typeface="Consolas"/>
              </a:rPr>
              <a:t>'/api/appFunc01'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67f99"/>
                </a:solidFill>
                <a:latin typeface="Consolas"/>
              </a:rPr>
              <a:t>module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.</a:t>
            </a:r>
            <a:r>
              <a:rPr b="0" lang="en-US" sz="2800" spc="-1" strike="noStrike">
                <a:solidFill>
                  <a:srgbClr val="267f99"/>
                </a:solidFill>
                <a:latin typeface="Consolas"/>
              </a:rPr>
              <a:t>exports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 = </a:t>
            </a:r>
            <a:r>
              <a:rPr b="0" lang="en-US" sz="2800" spc="-1" strike="noStrike">
                <a:solidFill>
                  <a:srgbClr val="795e26"/>
                </a:solidFill>
                <a:latin typeface="Consolas"/>
              </a:rPr>
              <a:t>createHandler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en-US" sz="2800" spc="-1" strike="noStrike">
                <a:solidFill>
                  <a:srgbClr val="0070c1"/>
                </a:solidFill>
                <a:latin typeface="Consolas"/>
              </a:rPr>
              <a:t>expressApp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Shape 2"/>
          <p:cNvSpPr txBox="1"/>
          <p:nvPr/>
        </p:nvSpPr>
        <p:spPr>
          <a:xfrm>
            <a:off x="6513840" y="365040"/>
            <a:ext cx="4839480" cy="1806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entury Gothic"/>
              </a:rPr>
              <a:t>Changing Authentication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17" name="Picture 4" descr="Padlock on computer motherboard"/>
          <p:cNvPicPr/>
          <p:nvPr/>
        </p:nvPicPr>
        <p:blipFill>
          <a:blip r:embed="rId1"/>
          <a:srcRect l="8556" t="0" r="31910" b="0"/>
          <a:stretch/>
        </p:blipFill>
        <p:spPr>
          <a:xfrm>
            <a:off x="0" y="0"/>
            <a:ext cx="6116040" cy="6857640"/>
          </a:xfrm>
          <a:prstGeom prst="rect">
            <a:avLst/>
          </a:prstGeom>
          <a:ln>
            <a:noFill/>
          </a:ln>
        </p:spPr>
      </p:pic>
      <p:sp>
        <p:nvSpPr>
          <p:cNvPr id="118" name="TextShape 3"/>
          <p:cNvSpPr txBox="1"/>
          <p:nvPr/>
        </p:nvSpPr>
        <p:spPr>
          <a:xfrm>
            <a:off x="6513840" y="2333160"/>
            <a:ext cx="4839480" cy="38433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4000"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Also, you need to change the authentication mode to anonymous for testing. Replace the authLevel value with anonymous in the function.json file.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…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  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"bindings": [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      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"authLevel": "anonymous",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…</a:t>
            </a:r>
            <a:r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731520" y="1690560"/>
            <a:ext cx="10515240" cy="46008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7000"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{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"$schema"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</a:t>
            </a:r>
            <a:r>
              <a:rPr b="0" lang="en-US" sz="1000" spc="-1" strike="noStrike">
                <a:solidFill>
                  <a:srgbClr val="a31515"/>
                </a:solidFill>
                <a:latin typeface="Consolas"/>
              </a:rPr>
              <a:t>"http://json.schemastore.org/proxies"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,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"proxies"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{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"proxy1"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{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"matchCondition"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{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"methods"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[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b="0" lang="en-US" sz="1000" spc="-1" strike="noStrike">
                <a:solidFill>
                  <a:srgbClr val="a31515"/>
                </a:solidFill>
                <a:latin typeface="Consolas"/>
              </a:rPr>
              <a:t>"POST"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],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"route"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</a:t>
            </a:r>
            <a:r>
              <a:rPr b="0" lang="en-US" sz="1000" spc="-1" strike="noStrike">
                <a:solidFill>
                  <a:srgbClr val="a31515"/>
                </a:solidFill>
                <a:latin typeface="Consolas"/>
              </a:rPr>
              <a:t>"/api/appFunc01"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},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"backendUri"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</a:t>
            </a:r>
            <a:r>
              <a:rPr b="0" lang="en-US" sz="1000" spc="-1" strike="noStrike">
                <a:solidFill>
                  <a:srgbClr val="a31515"/>
                </a:solidFill>
                <a:latin typeface="Consolas"/>
              </a:rPr>
              <a:t>"https://localhost/api/appFunc01"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,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"requestOverrides"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{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  </a:t>
            </a:r>
            <a:r>
              <a:rPr b="0" lang="en-US" sz="1000" spc="-1" strike="noStrike">
                <a:solidFill>
                  <a:srgbClr val="0451a5"/>
                </a:solidFill>
                <a:latin typeface="Consolas"/>
              </a:rPr>
              <a:t>"backend.request.headers.Accept-Charset"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: </a:t>
            </a:r>
            <a:r>
              <a:rPr b="0" lang="en-US" sz="1000" spc="-1" strike="noStrike">
                <a:solidFill>
                  <a:srgbClr val="a31515"/>
                </a:solidFill>
                <a:latin typeface="Consolas"/>
              </a:rPr>
              <a:t>"utf-8"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  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731520" y="365040"/>
            <a:ext cx="10621800" cy="1463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292929"/>
                </a:solidFill>
                <a:latin typeface="sohne"/>
              </a:rPr>
              <a:t>Set Proxy to Avoid an Issue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2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ustom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TextShape 3"/>
          <p:cNvSpPr txBox="1"/>
          <p:nvPr/>
        </p:nvSpPr>
        <p:spPr>
          <a:xfrm>
            <a:off x="838080" y="713160"/>
            <a:ext cx="3200040" cy="54309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b13b42"/>
                </a:solidFill>
                <a:latin typeface="sohne"/>
              </a:rPr>
              <a:t>Deploy and Test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4" name="CustomShape 4"/>
          <p:cNvSpPr/>
          <p:nvPr/>
        </p:nvSpPr>
        <p:spPr>
          <a:xfrm>
            <a:off x="4143960" y="-3600"/>
            <a:ext cx="8047440" cy="6861240"/>
          </a:xfrm>
          <a:custGeom>
            <a:avLst/>
            <a:gdLst/>
            <a:ahLst/>
            <a:rect l="l" t="t" r="r" b="b"/>
            <a:pathLst>
              <a:path w="8047921" h="6861482">
                <a:moveTo>
                  <a:pt x="58769" y="4239616"/>
                </a:moveTo>
                <a:lnTo>
                  <a:pt x="58894" y="4240495"/>
                </a:lnTo>
                <a:cubicBezTo>
                  <a:pt x="59164" y="4242428"/>
                  <a:pt x="59171" y="4242505"/>
                  <a:pt x="59045" y="4241609"/>
                </a:cubicBezTo>
                <a:close/>
                <a:moveTo>
                  <a:pt x="527473" y="0"/>
                </a:moveTo>
                <a:lnTo>
                  <a:pt x="8047921" y="0"/>
                </a:lnTo>
                <a:lnTo>
                  <a:pt x="8047921" y="6861482"/>
                </a:lnTo>
                <a:lnTo>
                  <a:pt x="1319860" y="6861482"/>
                </a:lnTo>
                <a:lnTo>
                  <a:pt x="1297994" y="6831011"/>
                </a:lnTo>
                <a:cubicBezTo>
                  <a:pt x="1121436" y="6580901"/>
                  <a:pt x="1026069" y="6413841"/>
                  <a:pt x="1024504" y="6405892"/>
                </a:cubicBezTo>
                <a:cubicBezTo>
                  <a:pt x="995790" y="6256850"/>
                  <a:pt x="915502" y="6175982"/>
                  <a:pt x="843366" y="6082357"/>
                </a:cubicBezTo>
                <a:cubicBezTo>
                  <a:pt x="780556" y="6000311"/>
                  <a:pt x="713540" y="5913360"/>
                  <a:pt x="690198" y="5793573"/>
                </a:cubicBezTo>
                <a:cubicBezTo>
                  <a:pt x="659374" y="5634705"/>
                  <a:pt x="756440" y="5782527"/>
                  <a:pt x="777021" y="5729320"/>
                </a:cubicBezTo>
                <a:cubicBezTo>
                  <a:pt x="741019" y="5642157"/>
                  <a:pt x="683667" y="5556007"/>
                  <a:pt x="670606" y="5463560"/>
                </a:cubicBezTo>
                <a:cubicBezTo>
                  <a:pt x="624014" y="5129308"/>
                  <a:pt x="509280" y="4866180"/>
                  <a:pt x="332307" y="4640688"/>
                </a:cubicBezTo>
                <a:cubicBezTo>
                  <a:pt x="281557" y="4575550"/>
                  <a:pt x="249914" y="4473150"/>
                  <a:pt x="178764" y="4440302"/>
                </a:cubicBezTo>
                <a:cubicBezTo>
                  <a:pt x="144180" y="4424583"/>
                  <a:pt x="119969" y="4400506"/>
                  <a:pt x="102405" y="4371063"/>
                </a:cubicBezTo>
                <a:lnTo>
                  <a:pt x="82464" y="4327380"/>
                </a:lnTo>
                <a:lnTo>
                  <a:pt x="72595" y="4327380"/>
                </a:lnTo>
                <a:lnTo>
                  <a:pt x="71105" y="4319440"/>
                </a:lnTo>
                <a:cubicBezTo>
                  <a:pt x="68098" y="4300784"/>
                  <a:pt x="63569" y="4267782"/>
                  <a:pt x="63234" y="4265601"/>
                </a:cubicBezTo>
                <a:cubicBezTo>
                  <a:pt x="56185" y="4219786"/>
                  <a:pt x="57328" y="4229054"/>
                  <a:pt x="58391" y="4236887"/>
                </a:cubicBezTo>
                <a:lnTo>
                  <a:pt x="58769" y="4239616"/>
                </a:lnTo>
                <a:lnTo>
                  <a:pt x="57161" y="4228245"/>
                </a:lnTo>
                <a:lnTo>
                  <a:pt x="55444" y="4216187"/>
                </a:lnTo>
                <a:lnTo>
                  <a:pt x="57173" y="4216187"/>
                </a:lnTo>
                <a:lnTo>
                  <a:pt x="46978" y="4153970"/>
                </a:lnTo>
                <a:cubicBezTo>
                  <a:pt x="41098" y="4115040"/>
                  <a:pt x="34414" y="4076730"/>
                  <a:pt x="23198" y="4042035"/>
                </a:cubicBezTo>
                <a:lnTo>
                  <a:pt x="12577" y="4017890"/>
                </a:lnTo>
                <a:lnTo>
                  <a:pt x="144506" y="3860429"/>
                </a:lnTo>
                <a:cubicBezTo>
                  <a:pt x="103351" y="3777846"/>
                  <a:pt x="58276" y="3834526"/>
                  <a:pt x="22695" y="3800021"/>
                </a:cubicBezTo>
                <a:cubicBezTo>
                  <a:pt x="23786" y="3791627"/>
                  <a:pt x="23716" y="3781009"/>
                  <a:pt x="24220" y="3771718"/>
                </a:cubicBezTo>
                <a:lnTo>
                  <a:pt x="27584" y="3757935"/>
                </a:lnTo>
                <a:lnTo>
                  <a:pt x="33375" y="3747325"/>
                </a:lnTo>
                <a:lnTo>
                  <a:pt x="77078" y="3705028"/>
                </a:lnTo>
                <a:cubicBezTo>
                  <a:pt x="173055" y="3608961"/>
                  <a:pt x="158512" y="3588143"/>
                  <a:pt x="31331" y="3445525"/>
                </a:cubicBezTo>
                <a:cubicBezTo>
                  <a:pt x="18649" y="3431228"/>
                  <a:pt x="9488" y="3418102"/>
                  <a:pt x="3341" y="3405686"/>
                </a:cubicBezTo>
                <a:lnTo>
                  <a:pt x="0" y="3393684"/>
                </a:lnTo>
                <a:lnTo>
                  <a:pt x="5588" y="3363918"/>
                </a:lnTo>
                <a:lnTo>
                  <a:pt x="28563" y="3279721"/>
                </a:lnTo>
                <a:lnTo>
                  <a:pt x="31618" y="3274732"/>
                </a:lnTo>
                <a:cubicBezTo>
                  <a:pt x="41998" y="3256804"/>
                  <a:pt x="51127" y="3236251"/>
                  <a:pt x="54143" y="3204655"/>
                </a:cubicBezTo>
                <a:lnTo>
                  <a:pt x="54066" y="3198166"/>
                </a:lnTo>
                <a:lnTo>
                  <a:pt x="59893" y="3181568"/>
                </a:lnTo>
                <a:cubicBezTo>
                  <a:pt x="95562" y="3088781"/>
                  <a:pt x="138958" y="3020054"/>
                  <a:pt x="182871" y="3024678"/>
                </a:cubicBezTo>
                <a:cubicBezTo>
                  <a:pt x="138662" y="2798901"/>
                  <a:pt x="138662" y="2798901"/>
                  <a:pt x="305944" y="2810127"/>
                </a:cubicBezTo>
                <a:cubicBezTo>
                  <a:pt x="246290" y="2658988"/>
                  <a:pt x="247386" y="2624324"/>
                  <a:pt x="326259" y="2596949"/>
                </a:cubicBezTo>
                <a:cubicBezTo>
                  <a:pt x="402195" y="2570407"/>
                  <a:pt x="485357" y="2575904"/>
                  <a:pt x="556280" y="2524080"/>
                </a:cubicBezTo>
                <a:cubicBezTo>
                  <a:pt x="498302" y="2335317"/>
                  <a:pt x="486850" y="2130710"/>
                  <a:pt x="358274" y="2014028"/>
                </a:cubicBezTo>
                <a:cubicBezTo>
                  <a:pt x="338015" y="1995898"/>
                  <a:pt x="325730" y="1940125"/>
                  <a:pt x="340119" y="1914129"/>
                </a:cubicBezTo>
                <a:cubicBezTo>
                  <a:pt x="391157" y="1817105"/>
                  <a:pt x="329468" y="1592503"/>
                  <a:pt x="478258" y="1606217"/>
                </a:cubicBezTo>
                <a:cubicBezTo>
                  <a:pt x="496627" y="1607581"/>
                  <a:pt x="514137" y="1590108"/>
                  <a:pt x="500664" y="1556554"/>
                </a:cubicBezTo>
                <a:cubicBezTo>
                  <a:pt x="454384" y="1442049"/>
                  <a:pt x="514266" y="1463610"/>
                  <a:pt x="551219" y="1459414"/>
                </a:cubicBezTo>
                <a:cubicBezTo>
                  <a:pt x="595940" y="1454776"/>
                  <a:pt x="644530" y="1511622"/>
                  <a:pt x="687152" y="1466109"/>
                </a:cubicBezTo>
                <a:cubicBezTo>
                  <a:pt x="679388" y="1405223"/>
                  <a:pt x="643786" y="1397333"/>
                  <a:pt x="619370" y="1372761"/>
                </a:cubicBezTo>
                <a:cubicBezTo>
                  <a:pt x="548020" y="1300280"/>
                  <a:pt x="490448" y="1221065"/>
                  <a:pt x="491520" y="1080052"/>
                </a:cubicBezTo>
                <a:cubicBezTo>
                  <a:pt x="492222" y="966113"/>
                  <a:pt x="487698" y="864105"/>
                  <a:pt x="589761" y="854014"/>
                </a:cubicBezTo>
                <a:cubicBezTo>
                  <a:pt x="605798" y="852486"/>
                  <a:pt x="614435" y="839840"/>
                  <a:pt x="617929" y="821285"/>
                </a:cubicBezTo>
                <a:cubicBezTo>
                  <a:pt x="606975" y="799992"/>
                  <a:pt x="596528" y="778040"/>
                  <a:pt x="583503" y="760897"/>
                </a:cubicBezTo>
                <a:cubicBezTo>
                  <a:pt x="539748" y="704450"/>
                  <a:pt x="526482" y="633687"/>
                  <a:pt x="515241" y="560313"/>
                </a:cubicBezTo>
                <a:cubicBezTo>
                  <a:pt x="508001" y="513531"/>
                  <a:pt x="499292" y="467166"/>
                  <a:pt x="480798" y="423850"/>
                </a:cubicBezTo>
                <a:cubicBezTo>
                  <a:pt x="469533" y="397046"/>
                  <a:pt x="455191" y="375704"/>
                  <a:pt x="436755" y="361124"/>
                </a:cubicBezTo>
                <a:cubicBezTo>
                  <a:pt x="420701" y="347903"/>
                  <a:pt x="416284" y="334407"/>
                  <a:pt x="428051" y="314763"/>
                </a:cubicBezTo>
                <a:cubicBezTo>
                  <a:pt x="461326" y="258432"/>
                  <a:pt x="476043" y="191375"/>
                  <a:pt x="457954" y="104693"/>
                </a:cubicBezTo>
                <a:cubicBezTo>
                  <a:pt x="452484" y="78523"/>
                  <a:pt x="457495" y="58007"/>
                  <a:pt x="472694" y="52392"/>
                </a:cubicBezTo>
                <a:cubicBezTo>
                  <a:pt x="488509" y="46345"/>
                  <a:pt x="501512" y="36363"/>
                  <a:pt x="512572" y="2368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4" name="Diagram4"/>
          <p:cNvGraphicFramePr/>
          <p:nvPr>
            <p:extLst>
              <p:ext uri="{D42A27DB-BD31-4B8C-83A1-F6EECF244321}">
                <p14:modId xmlns:p14="http://schemas.microsoft.com/office/powerpoint/2010/main" val="981349781"/>
              </p:ext>
            </p:extLst>
          </p:nvPr>
        </p:nvGraphicFramePr>
        <p:xfrm>
          <a:off x="5550480" y="713160"/>
          <a:ext cx="5802840" cy="549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CustomShape 2"/>
          <p:cNvSpPr/>
          <p:nvPr/>
        </p:nvSpPr>
        <p:spPr>
          <a:xfrm>
            <a:off x="815040" y="0"/>
            <a:ext cx="11376720" cy="4000680"/>
          </a:xfrm>
          <a:custGeom>
            <a:avLst/>
            <a:gdLst/>
            <a:ahLst/>
            <a:rect l="l" t="t" r="r" b="b"/>
            <a:pathLst>
              <a:path w="11377066" h="3343806">
                <a:moveTo>
                  <a:pt x="914840" y="0"/>
                </a:moveTo>
                <a:lnTo>
                  <a:pt x="11365513" y="0"/>
                </a:lnTo>
                <a:lnTo>
                  <a:pt x="11365513" y="846735"/>
                </a:lnTo>
                <a:cubicBezTo>
                  <a:pt x="11273092" y="924715"/>
                  <a:pt x="11163343" y="985366"/>
                  <a:pt x="11050704" y="1046017"/>
                </a:cubicBezTo>
                <a:cubicBezTo>
                  <a:pt x="11088251" y="1089339"/>
                  <a:pt x="11169119" y="1037353"/>
                  <a:pt x="11195112" y="1103780"/>
                </a:cubicBezTo>
                <a:cubicBezTo>
                  <a:pt x="10987166" y="1216419"/>
                  <a:pt x="10796548" y="1357938"/>
                  <a:pt x="10553944" y="1441695"/>
                </a:cubicBezTo>
                <a:cubicBezTo>
                  <a:pt x="10753226" y="1381043"/>
                  <a:pt x="10952508" y="1409925"/>
                  <a:pt x="11148902" y="1383932"/>
                </a:cubicBezTo>
                <a:cubicBezTo>
                  <a:pt x="11174895" y="1418589"/>
                  <a:pt x="11131573" y="1418589"/>
                  <a:pt x="11117132" y="1430142"/>
                </a:cubicBezTo>
                <a:cubicBezTo>
                  <a:pt x="11102692" y="1441695"/>
                  <a:pt x="11082474" y="1450359"/>
                  <a:pt x="11085363" y="1476352"/>
                </a:cubicBezTo>
                <a:cubicBezTo>
                  <a:pt x="11174895" y="1487905"/>
                  <a:pt x="11273092" y="1447471"/>
                  <a:pt x="11365513" y="1447471"/>
                </a:cubicBezTo>
                <a:lnTo>
                  <a:pt x="11365513" y="1496569"/>
                </a:lnTo>
                <a:cubicBezTo>
                  <a:pt x="11333743" y="1513898"/>
                  <a:pt x="11293310" y="1519674"/>
                  <a:pt x="11278869" y="1554332"/>
                </a:cubicBezTo>
                <a:cubicBezTo>
                  <a:pt x="11307750" y="1548556"/>
                  <a:pt x="11336632" y="1545668"/>
                  <a:pt x="11365513" y="1539891"/>
                </a:cubicBezTo>
                <a:lnTo>
                  <a:pt x="11377066" y="1539891"/>
                </a:lnTo>
                <a:lnTo>
                  <a:pt x="11377066" y="1765167"/>
                </a:lnTo>
                <a:cubicBezTo>
                  <a:pt x="9482441" y="3362313"/>
                  <a:pt x="4945162" y="3324767"/>
                  <a:pt x="4624577" y="3342096"/>
                </a:cubicBezTo>
                <a:cubicBezTo>
                  <a:pt x="4523492" y="3347872"/>
                  <a:pt x="4098935" y="3339207"/>
                  <a:pt x="4000738" y="3313214"/>
                </a:cubicBezTo>
                <a:cubicBezTo>
                  <a:pt x="3867883" y="3281444"/>
                  <a:pt x="3853443" y="3217905"/>
                  <a:pt x="3853443" y="3217905"/>
                </a:cubicBezTo>
                <a:cubicBezTo>
                  <a:pt x="3853443" y="3217905"/>
                  <a:pt x="3919869" y="3191912"/>
                  <a:pt x="4003625" y="3171695"/>
                </a:cubicBezTo>
                <a:cubicBezTo>
                  <a:pt x="4165361" y="3131261"/>
                  <a:pt x="4298217" y="3056169"/>
                  <a:pt x="4465729" y="3024399"/>
                </a:cubicBezTo>
                <a:cubicBezTo>
                  <a:pt x="4315546" y="3033064"/>
                  <a:pt x="4165361" y="3038840"/>
                  <a:pt x="4015179" y="3047505"/>
                </a:cubicBezTo>
                <a:cubicBezTo>
                  <a:pt x="4223124" y="2969524"/>
                  <a:pt x="4442625" y="2957972"/>
                  <a:pt x="4656346" y="2926202"/>
                </a:cubicBezTo>
                <a:cubicBezTo>
                  <a:pt x="4725662" y="2917538"/>
                  <a:pt x="4841188" y="2943531"/>
                  <a:pt x="4841188" y="2862663"/>
                </a:cubicBezTo>
                <a:cubicBezTo>
                  <a:pt x="4838300" y="2810676"/>
                  <a:pt x="4725662" y="2833782"/>
                  <a:pt x="4659236" y="2836670"/>
                </a:cubicBezTo>
                <a:cubicBezTo>
                  <a:pt x="4364644" y="2845334"/>
                  <a:pt x="4072941" y="2882880"/>
                  <a:pt x="3778351" y="2914650"/>
                </a:cubicBezTo>
                <a:cubicBezTo>
                  <a:pt x="3749468" y="2917538"/>
                  <a:pt x="3714811" y="2931979"/>
                  <a:pt x="3694595" y="2923314"/>
                </a:cubicBezTo>
                <a:cubicBezTo>
                  <a:pt x="3527082" y="2865551"/>
                  <a:pt x="3336463" y="2879992"/>
                  <a:pt x="3119852" y="2862663"/>
                </a:cubicBezTo>
                <a:cubicBezTo>
                  <a:pt x="3238266" y="2796236"/>
                  <a:pt x="3339351" y="2842446"/>
                  <a:pt x="3440437" y="2799124"/>
                </a:cubicBezTo>
                <a:cubicBezTo>
                  <a:pt x="3316246" y="2752913"/>
                  <a:pt x="3189168" y="2773131"/>
                  <a:pt x="3070753" y="2761578"/>
                </a:cubicBezTo>
                <a:cubicBezTo>
                  <a:pt x="2984109" y="2752913"/>
                  <a:pt x="2672189" y="2741361"/>
                  <a:pt x="2623091" y="2726920"/>
                </a:cubicBezTo>
                <a:cubicBezTo>
                  <a:pt x="2472907" y="2683598"/>
                  <a:pt x="2293842" y="2689374"/>
                  <a:pt x="2160987" y="2611394"/>
                </a:cubicBezTo>
                <a:cubicBezTo>
                  <a:pt x="2065678" y="2556519"/>
                  <a:pt x="1938600" y="2602730"/>
                  <a:pt x="1837515" y="2573848"/>
                </a:cubicBezTo>
                <a:cubicBezTo>
                  <a:pt x="1794192" y="2533414"/>
                  <a:pt x="1854843" y="2504533"/>
                  <a:pt x="1869284" y="2472763"/>
                </a:cubicBezTo>
                <a:cubicBezTo>
                  <a:pt x="1889502" y="2432329"/>
                  <a:pt x="1834626" y="2423665"/>
                  <a:pt x="1808633" y="2386119"/>
                </a:cubicBezTo>
                <a:cubicBezTo>
                  <a:pt x="1987698" y="2389007"/>
                  <a:pt x="2158099" y="2377454"/>
                  <a:pt x="2354493" y="2342797"/>
                </a:cubicBezTo>
                <a:cubicBezTo>
                  <a:pt x="2273625" y="2290810"/>
                  <a:pt x="2204309" y="2339908"/>
                  <a:pt x="2146546" y="2328356"/>
                </a:cubicBezTo>
                <a:cubicBezTo>
                  <a:pt x="2106113" y="2319691"/>
                  <a:pt x="2054126" y="2328356"/>
                  <a:pt x="2054126" y="2285034"/>
                </a:cubicBezTo>
                <a:cubicBezTo>
                  <a:pt x="2054126" y="2250376"/>
                  <a:pt x="2100336" y="2244599"/>
                  <a:pt x="2132106" y="2238823"/>
                </a:cubicBezTo>
                <a:cubicBezTo>
                  <a:pt x="2256296" y="2218606"/>
                  <a:pt x="2377599" y="2192613"/>
                  <a:pt x="2478684" y="2085751"/>
                </a:cubicBezTo>
                <a:cubicBezTo>
                  <a:pt x="2152323" y="2051094"/>
                  <a:pt x="1817297" y="2186837"/>
                  <a:pt x="1511154" y="2094416"/>
                </a:cubicBezTo>
                <a:cubicBezTo>
                  <a:pt x="1537147" y="2033765"/>
                  <a:pt x="1597798" y="2045317"/>
                  <a:pt x="1638232" y="2042429"/>
                </a:cubicBezTo>
                <a:cubicBezTo>
                  <a:pt x="1909718" y="2016436"/>
                  <a:pt x="2825261" y="1701628"/>
                  <a:pt x="2972556" y="1718957"/>
                </a:cubicBezTo>
                <a:cubicBezTo>
                  <a:pt x="3062089" y="1727621"/>
                  <a:pt x="3154510" y="1721845"/>
                  <a:pt x="3238266" y="1678523"/>
                </a:cubicBezTo>
                <a:cubicBezTo>
                  <a:pt x="3339351" y="1626536"/>
                  <a:pt x="2695295" y="1736286"/>
                  <a:pt x="2522005" y="1664082"/>
                </a:cubicBezTo>
                <a:cubicBezTo>
                  <a:pt x="2438249" y="1629424"/>
                  <a:pt x="1730654" y="1528339"/>
                  <a:pt x="1421621" y="1522563"/>
                </a:cubicBezTo>
                <a:cubicBezTo>
                  <a:pt x="1450503" y="1467688"/>
                  <a:pt x="1557364" y="1470576"/>
                  <a:pt x="1525595" y="1392596"/>
                </a:cubicBezTo>
                <a:cubicBezTo>
                  <a:pt x="1358082" y="1386820"/>
                  <a:pt x="1179017" y="1435918"/>
                  <a:pt x="982623" y="1415701"/>
                </a:cubicBezTo>
                <a:cubicBezTo>
                  <a:pt x="1051938" y="1346386"/>
                  <a:pt x="1153023" y="1352162"/>
                  <a:pt x="1231003" y="1314616"/>
                </a:cubicBezTo>
                <a:cubicBezTo>
                  <a:pt x="1170352" y="1262629"/>
                  <a:pt x="1095261" y="1294399"/>
                  <a:pt x="1025945" y="1297287"/>
                </a:cubicBezTo>
                <a:cubicBezTo>
                  <a:pt x="965294" y="1300175"/>
                  <a:pt x="812222" y="1227972"/>
                  <a:pt x="841104" y="1225083"/>
                </a:cubicBezTo>
                <a:cubicBezTo>
                  <a:pt x="1101037" y="1207755"/>
                  <a:pt x="1352306" y="1129775"/>
                  <a:pt x="1612239" y="1112445"/>
                </a:cubicBezTo>
                <a:cubicBezTo>
                  <a:pt x="1698883" y="1106668"/>
                  <a:pt x="1797081" y="1112445"/>
                  <a:pt x="1814409" y="1008471"/>
                </a:cubicBezTo>
                <a:cubicBezTo>
                  <a:pt x="1817297" y="979590"/>
                  <a:pt x="1808633" y="973814"/>
                  <a:pt x="1932824" y="979590"/>
                </a:cubicBezTo>
                <a:cubicBezTo>
                  <a:pt x="1981922" y="982478"/>
                  <a:pt x="2045461" y="982478"/>
                  <a:pt x="2083007" y="936268"/>
                </a:cubicBezTo>
                <a:cubicBezTo>
                  <a:pt x="2045461" y="898722"/>
                  <a:pt x="1990587" y="927603"/>
                  <a:pt x="1947265" y="924715"/>
                </a:cubicBezTo>
                <a:cubicBezTo>
                  <a:pt x="1828850" y="921827"/>
                  <a:pt x="1386963" y="904498"/>
                  <a:pt x="1271438" y="895834"/>
                </a:cubicBezTo>
                <a:cubicBezTo>
                  <a:pt x="1031721" y="875617"/>
                  <a:pt x="901755" y="933380"/>
                  <a:pt x="659150" y="907386"/>
                </a:cubicBezTo>
                <a:cubicBezTo>
                  <a:pt x="734242" y="890057"/>
                  <a:pt x="705361" y="866952"/>
                  <a:pt x="780453" y="846735"/>
                </a:cubicBezTo>
                <a:cubicBezTo>
                  <a:pt x="815110" y="838071"/>
                  <a:pt x="849768" y="820742"/>
                  <a:pt x="841104" y="788972"/>
                </a:cubicBezTo>
                <a:cubicBezTo>
                  <a:pt x="835327" y="757202"/>
                  <a:pt x="396329" y="690775"/>
                  <a:pt x="448316" y="659006"/>
                </a:cubicBezTo>
                <a:cubicBezTo>
                  <a:pt x="592723" y="575249"/>
                  <a:pt x="1020169" y="607019"/>
                  <a:pt x="910419" y="569473"/>
                </a:cubicBezTo>
                <a:cubicBezTo>
                  <a:pt x="742907" y="511710"/>
                  <a:pt x="716913" y="500157"/>
                  <a:pt x="604275" y="514598"/>
                </a:cubicBezTo>
                <a:cubicBezTo>
                  <a:pt x="506079" y="529039"/>
                  <a:pt x="113290" y="349974"/>
                  <a:pt x="15093" y="352862"/>
                </a:cubicBezTo>
                <a:cubicBezTo>
                  <a:pt x="-71551" y="352862"/>
                  <a:pt x="234593" y="211343"/>
                  <a:pt x="430987" y="136251"/>
                </a:cubicBezTo>
                <a:cubicBezTo>
                  <a:pt x="571784" y="82098"/>
                  <a:pt x="732076" y="70184"/>
                  <a:pt x="874092" y="17656"/>
                </a:cubicBezTo>
                <a:close/>
              </a:path>
            </a:pathLst>
          </a:custGeom>
          <a:solidFill>
            <a:srgbClr val="b13b42">
              <a:alpha val="15000"/>
            </a:srgb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Shape 3"/>
          <p:cNvSpPr txBox="1"/>
          <p:nvPr/>
        </p:nvSpPr>
        <p:spPr>
          <a:xfrm>
            <a:off x="905400" y="2215440"/>
            <a:ext cx="4481640" cy="3526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entury Gothic"/>
              </a:rPr>
              <a:t>Reference</a:t>
            </a:r>
            <a:endParaRPr b="0" lang="en-US" sz="4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8" name="TextShape 4"/>
          <p:cNvSpPr txBox="1"/>
          <p:nvPr/>
        </p:nvSpPr>
        <p:spPr>
          <a:xfrm>
            <a:off x="6095880" y="2215440"/>
            <a:ext cx="5257440" cy="39286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30928b"/>
                </a:solidFill>
                <a:uFillTx/>
                <a:latin typeface="Century Gothic"/>
                <a:hlinkClick r:id="rId1"/>
              </a:rPr>
              <a:t>https://medium.com/google-developer-experts/how-to-use-actions-on-google-client-library-on-azure-functions-node-js-178d5ecd04e3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30928b"/>
                </a:solidFill>
                <a:uFillTx/>
                <a:latin typeface="Century Gothic"/>
                <a:hlinkClick r:id="rId2"/>
              </a:rPr>
              <a:t>https://jsoverson.medium.com/how-to-deploy-node-js-functions-to-google-cloud-8bba05e9c10a</a:t>
            </a: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9" name="CustomShape 5"/>
          <p:cNvSpPr/>
          <p:nvPr/>
        </p:nvSpPr>
        <p:spPr>
          <a:xfrm flipV="1">
            <a:off x="5693760" y="5127120"/>
            <a:ext cx="6498000" cy="1730160"/>
          </a:xfrm>
          <a:custGeom>
            <a:avLst/>
            <a:gdLst/>
            <a:ahLst/>
            <a:rect l="l" t="t" r="r" b="b"/>
            <a:pathLst>
              <a:path w="6498333" h="1730540">
                <a:moveTo>
                  <a:pt x="2987112" y="1730384"/>
                </a:moveTo>
                <a:cubicBezTo>
                  <a:pt x="3042664" y="1730870"/>
                  <a:pt x="3088152" y="1730222"/>
                  <a:pt x="3113423" y="1728494"/>
                </a:cubicBezTo>
                <a:cubicBezTo>
                  <a:pt x="3293752" y="1716831"/>
                  <a:pt x="4808270" y="1725943"/>
                  <a:pt x="6436159" y="1396018"/>
                </a:cubicBezTo>
                <a:lnTo>
                  <a:pt x="6498333" y="1381988"/>
                </a:lnTo>
                <a:lnTo>
                  <a:pt x="6498333" y="0"/>
                </a:lnTo>
                <a:lnTo>
                  <a:pt x="723703" y="0"/>
                </a:lnTo>
                <a:lnTo>
                  <a:pt x="629735" y="31770"/>
                </a:lnTo>
                <a:cubicBezTo>
                  <a:pt x="421263" y="101447"/>
                  <a:pt x="228886" y="161708"/>
                  <a:pt x="127078" y="173371"/>
                </a:cubicBezTo>
                <a:cubicBezTo>
                  <a:pt x="86644" y="176827"/>
                  <a:pt x="25993" y="163004"/>
                  <a:pt x="0" y="235577"/>
                </a:cubicBezTo>
                <a:cubicBezTo>
                  <a:pt x="306144" y="346163"/>
                  <a:pt x="641170" y="183739"/>
                  <a:pt x="967530" y="225208"/>
                </a:cubicBezTo>
                <a:cubicBezTo>
                  <a:pt x="866445" y="353075"/>
                  <a:pt x="745142" y="384177"/>
                  <a:pt x="620954" y="408367"/>
                </a:cubicBezTo>
                <a:cubicBezTo>
                  <a:pt x="589182" y="415279"/>
                  <a:pt x="542972" y="422191"/>
                  <a:pt x="542972" y="463661"/>
                </a:cubicBezTo>
                <a:cubicBezTo>
                  <a:pt x="542972" y="515499"/>
                  <a:pt x="594959" y="505130"/>
                  <a:pt x="635392" y="515499"/>
                </a:cubicBezTo>
                <a:cubicBezTo>
                  <a:pt x="693155" y="529321"/>
                  <a:pt x="762471" y="470573"/>
                  <a:pt x="843339" y="532778"/>
                </a:cubicBezTo>
                <a:cubicBezTo>
                  <a:pt x="646945" y="574247"/>
                  <a:pt x="476544" y="588071"/>
                  <a:pt x="297479" y="584615"/>
                </a:cubicBezTo>
                <a:cubicBezTo>
                  <a:pt x="323472" y="629541"/>
                  <a:pt x="378348" y="639908"/>
                  <a:pt x="358130" y="688289"/>
                </a:cubicBezTo>
                <a:cubicBezTo>
                  <a:pt x="343689" y="726304"/>
                  <a:pt x="283038" y="760862"/>
                  <a:pt x="326361" y="809243"/>
                </a:cubicBezTo>
                <a:cubicBezTo>
                  <a:pt x="427447" y="843802"/>
                  <a:pt x="554524" y="788508"/>
                  <a:pt x="649833" y="854169"/>
                </a:cubicBezTo>
                <a:cubicBezTo>
                  <a:pt x="782688" y="947476"/>
                  <a:pt x="961753" y="940565"/>
                  <a:pt x="1111937" y="992402"/>
                </a:cubicBezTo>
                <a:cubicBezTo>
                  <a:pt x="1161035" y="1009682"/>
                  <a:pt x="1472955" y="1023504"/>
                  <a:pt x="1559599" y="1033872"/>
                </a:cubicBezTo>
                <a:cubicBezTo>
                  <a:pt x="1678015" y="1047696"/>
                  <a:pt x="1805093" y="1023504"/>
                  <a:pt x="1929284" y="1078798"/>
                </a:cubicBezTo>
                <a:cubicBezTo>
                  <a:pt x="1828198" y="1130635"/>
                  <a:pt x="1727113" y="1075343"/>
                  <a:pt x="1608698" y="1154826"/>
                </a:cubicBezTo>
                <a:cubicBezTo>
                  <a:pt x="1825309" y="1175561"/>
                  <a:pt x="2015928" y="1158282"/>
                  <a:pt x="2183442" y="1227398"/>
                </a:cubicBezTo>
                <a:cubicBezTo>
                  <a:pt x="2203658" y="1237767"/>
                  <a:pt x="2238314" y="1220487"/>
                  <a:pt x="2267197" y="1217031"/>
                </a:cubicBezTo>
                <a:cubicBezTo>
                  <a:pt x="2561787" y="1179017"/>
                  <a:pt x="2853490" y="1134091"/>
                  <a:pt x="3148082" y="1123724"/>
                </a:cubicBezTo>
                <a:cubicBezTo>
                  <a:pt x="3214508" y="1120268"/>
                  <a:pt x="3327146" y="1092621"/>
                  <a:pt x="3330034" y="1154826"/>
                </a:cubicBezTo>
                <a:cubicBezTo>
                  <a:pt x="3330034" y="1251589"/>
                  <a:pt x="3214508" y="1220487"/>
                  <a:pt x="3145192" y="1230854"/>
                </a:cubicBezTo>
                <a:cubicBezTo>
                  <a:pt x="2931471" y="1268869"/>
                  <a:pt x="2711970" y="1282691"/>
                  <a:pt x="2504025" y="1376000"/>
                </a:cubicBezTo>
                <a:cubicBezTo>
                  <a:pt x="2654207" y="1365632"/>
                  <a:pt x="2804392" y="1358720"/>
                  <a:pt x="2954575" y="1348352"/>
                </a:cubicBezTo>
                <a:cubicBezTo>
                  <a:pt x="2787063" y="1386367"/>
                  <a:pt x="2654207" y="1476218"/>
                  <a:pt x="2492471" y="1524600"/>
                </a:cubicBezTo>
                <a:cubicBezTo>
                  <a:pt x="2408715" y="1548791"/>
                  <a:pt x="2342289" y="1579893"/>
                  <a:pt x="2342289" y="1579893"/>
                </a:cubicBezTo>
                <a:cubicBezTo>
                  <a:pt x="2342289" y="1579893"/>
                  <a:pt x="2356730" y="1655921"/>
                  <a:pt x="2489584" y="1693935"/>
                </a:cubicBezTo>
                <a:cubicBezTo>
                  <a:pt x="2563232" y="1717262"/>
                  <a:pt x="2820457" y="1728925"/>
                  <a:pt x="2987112" y="1730384"/>
                </a:cubicBezTo>
                <a:close/>
              </a:path>
            </a:pathLst>
          </a:custGeom>
          <a:solidFill>
            <a:srgbClr val="b13b42">
              <a:alpha val="10000"/>
            </a:srgb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 flipV="1" rot="10800000">
            <a:off x="2600280" y="527040"/>
            <a:ext cx="6991920" cy="5102280"/>
          </a:xfrm>
          <a:custGeom>
            <a:avLst/>
            <a:gdLst/>
            <a:ah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2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" name="CustomShape 3"/>
          <p:cNvSpPr/>
          <p:nvPr/>
        </p:nvSpPr>
        <p:spPr>
          <a:xfrm flipH="1"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CustomShape 4"/>
          <p:cNvSpPr/>
          <p:nvPr/>
        </p:nvSpPr>
        <p:spPr>
          <a:xfrm flipH="1"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7136182" y="0"/>
                </a:lnTo>
                <a:lnTo>
                  <a:pt x="7136182" y="335"/>
                </a:lnTo>
                <a:cubicBezTo>
                  <a:pt x="7149485" y="1194346"/>
                  <a:pt x="7215999" y="2368586"/>
                  <a:pt x="7215619" y="2368586"/>
                </a:cubicBezTo>
                <a:cubicBezTo>
                  <a:pt x="7215999" y="2370261"/>
                  <a:pt x="7261609" y="3524058"/>
                  <a:pt x="7295436" y="3753611"/>
                </a:cubicBezTo>
                <a:cubicBezTo>
                  <a:pt x="7329643" y="3986516"/>
                  <a:pt x="7366892" y="3841746"/>
                  <a:pt x="7397299" y="4072305"/>
                </a:cubicBezTo>
                <a:cubicBezTo>
                  <a:pt x="7410602" y="4226792"/>
                  <a:pt x="7396538" y="4381615"/>
                  <a:pt x="7445569" y="4526719"/>
                </a:cubicBezTo>
                <a:cubicBezTo>
                  <a:pt x="7442148" y="4749905"/>
                  <a:pt x="7507522" y="4896349"/>
                  <a:pt x="7531468" y="5116854"/>
                </a:cubicBezTo>
                <a:cubicBezTo>
                  <a:pt x="7542490" y="5292454"/>
                  <a:pt x="7518165" y="5467049"/>
                  <a:pt x="7590760" y="5630249"/>
                </a:cubicBezTo>
                <a:cubicBezTo>
                  <a:pt x="7648913" y="5755916"/>
                  <a:pt x="7723029" y="5854440"/>
                  <a:pt x="7884185" y="5724081"/>
                </a:cubicBezTo>
                <a:cubicBezTo>
                  <a:pt x="7883045" y="5562555"/>
                  <a:pt x="8152523" y="5586684"/>
                  <a:pt x="8115655" y="5424488"/>
                </a:cubicBezTo>
                <a:cubicBezTo>
                  <a:pt x="8237281" y="5459341"/>
                  <a:pt x="8173428" y="5573280"/>
                  <a:pt x="8264267" y="5616845"/>
                </a:cubicBezTo>
                <a:cubicBezTo>
                  <a:pt x="8342565" y="5535411"/>
                  <a:pt x="8290493" y="5372882"/>
                  <a:pt x="8453928" y="5348754"/>
                </a:cubicBezTo>
                <a:cubicBezTo>
                  <a:pt x="8621165" y="5384611"/>
                  <a:pt x="8603300" y="5278045"/>
                  <a:pt x="8615844" y="5190580"/>
                </a:cubicBezTo>
                <a:cubicBezTo>
                  <a:pt x="8640930" y="4983479"/>
                  <a:pt x="8661074" y="4848093"/>
                  <a:pt x="8701363" y="4645684"/>
                </a:cubicBezTo>
                <a:cubicBezTo>
                  <a:pt x="8712764" y="4595082"/>
                  <a:pt x="8689960" y="4479468"/>
                  <a:pt x="8801704" y="4490862"/>
                </a:cubicBezTo>
                <a:cubicBezTo>
                  <a:pt x="8887983" y="4501920"/>
                  <a:pt x="8855296" y="4593407"/>
                  <a:pt x="8859097" y="4649036"/>
                </a:cubicBezTo>
                <a:cubicBezTo>
                  <a:pt x="8892544" y="4963372"/>
                  <a:pt x="8818808" y="4944941"/>
                  <a:pt x="8816528" y="5258608"/>
                </a:cubicBezTo>
                <a:cubicBezTo>
                  <a:pt x="8816147" y="5271006"/>
                  <a:pt x="8871260" y="5282066"/>
                  <a:pt x="8908507" y="5148354"/>
                </a:cubicBezTo>
                <a:cubicBezTo>
                  <a:pt x="8981484" y="4884620"/>
                  <a:pt x="9068522" y="4676850"/>
                  <a:pt x="9112612" y="4460032"/>
                </a:cubicBezTo>
                <a:cubicBezTo>
                  <a:pt x="9165063" y="4506612"/>
                  <a:pt x="9210294" y="4296495"/>
                  <a:pt x="9242220" y="4342071"/>
                </a:cubicBezTo>
                <a:cubicBezTo>
                  <a:pt x="9257044" y="4418812"/>
                  <a:pt x="9283648" y="4492872"/>
                  <a:pt x="9341422" y="4562911"/>
                </a:cubicBezTo>
                <a:cubicBezTo>
                  <a:pt x="9391213" y="4774703"/>
                  <a:pt x="9336860" y="4972085"/>
                  <a:pt x="9480152" y="5150031"/>
                </a:cubicBezTo>
                <a:cubicBezTo>
                  <a:pt x="9480152" y="5150031"/>
                  <a:pt x="9482432" y="5095407"/>
                  <a:pt x="9561110" y="4866524"/>
                </a:cubicBezTo>
                <a:cubicBezTo>
                  <a:pt x="9624583" y="4682212"/>
                  <a:pt x="9705921" y="4777385"/>
                  <a:pt x="9881520" y="4313922"/>
                </a:cubicBezTo>
                <a:cubicBezTo>
                  <a:pt x="9929790" y="4492202"/>
                  <a:pt x="9821466" y="4720414"/>
                  <a:pt x="10094366" y="4813241"/>
                </a:cubicBezTo>
                <a:cubicBezTo>
                  <a:pt x="10147197" y="4677855"/>
                  <a:pt x="10106528" y="4511974"/>
                  <a:pt x="10237276" y="4416132"/>
                </a:cubicBezTo>
                <a:cubicBezTo>
                  <a:pt x="10275285" y="4388317"/>
                  <a:pt x="10302651" y="4356481"/>
                  <a:pt x="10324315" y="4322299"/>
                </a:cubicBezTo>
                <a:cubicBezTo>
                  <a:pt x="10330777" y="4339726"/>
                  <a:pt x="10337619" y="4357821"/>
                  <a:pt x="10344080" y="4373907"/>
                </a:cubicBezTo>
                <a:cubicBezTo>
                  <a:pt x="10370306" y="4346763"/>
                  <a:pt x="10519678" y="3662796"/>
                  <a:pt x="10527280" y="3490211"/>
                </a:cubicBezTo>
                <a:cubicBezTo>
                  <a:pt x="10565288" y="3612863"/>
                  <a:pt x="10594174" y="3861183"/>
                  <a:pt x="10594174" y="3861183"/>
                </a:cubicBezTo>
                <a:cubicBezTo>
                  <a:pt x="10594174" y="3861183"/>
                  <a:pt x="10758371" y="3809910"/>
                  <a:pt x="11258180" y="1488576"/>
                </a:cubicBezTo>
                <a:cubicBezTo>
                  <a:pt x="11297708" y="1305268"/>
                  <a:pt x="11334195" y="675255"/>
                  <a:pt x="11362322" y="0"/>
                </a:cubicBez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" name="TextShape 5"/>
          <p:cNvSpPr txBox="1"/>
          <p:nvPr/>
        </p:nvSpPr>
        <p:spPr>
          <a:xfrm>
            <a:off x="6095880" y="1406160"/>
            <a:ext cx="5257440" cy="28062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p>
            <a:pPr>
              <a:lnSpc>
                <a:spcPct val="90000"/>
              </a:lnSpc>
            </a:pPr>
            <a:r>
              <a:rPr b="0" i="1" lang="en-US" sz="4800" spc="-1" strike="noStrike">
                <a:solidFill>
                  <a:srgbClr val="ffffff"/>
                </a:solidFill>
                <a:latin typeface="Century Gothic"/>
              </a:rPr>
              <a:t>Thanks</a:t>
            </a:r>
            <a:endParaRPr b="0" lang="en-US" sz="48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35" name="Graphic 5" descr="Smiling Face with No Fill"/>
          <p:cNvPicPr/>
          <p:nvPr/>
        </p:nvPicPr>
        <p:blipFill>
          <a:blip r:embed="rId1"/>
          <a:stretch/>
        </p:blipFill>
        <p:spPr>
          <a:xfrm>
            <a:off x="1846800" y="676440"/>
            <a:ext cx="2742840" cy="2742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2426"/>
      </a:dk2>
      <a:lt2>
        <a:srgbClr val="e2e8e8"/>
      </a:lt2>
      <a:accent1>
        <a:srgbClr val="b13b42"/>
      </a:accent1>
      <a:accent2>
        <a:srgbClr val="c34d86"/>
      </a:accent2>
      <a:accent3>
        <a:srgbClr val="c3764d"/>
      </a:accent3>
      <a:accent4>
        <a:srgbClr val="3bb153"/>
      </a:accent4>
      <a:accent5>
        <a:srgbClr val="47b58c"/>
      </a:accent5>
      <a:accent6>
        <a:srgbClr val="3badb1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2426"/>
      </a:dk2>
      <a:lt2>
        <a:srgbClr val="e2e8e8"/>
      </a:lt2>
      <a:accent1>
        <a:srgbClr val="b13b42"/>
      </a:accent1>
      <a:accent2>
        <a:srgbClr val="c34d86"/>
      </a:accent2>
      <a:accent3>
        <a:srgbClr val="c3764d"/>
      </a:accent3>
      <a:accent4>
        <a:srgbClr val="3bb153"/>
      </a:accent4>
      <a:accent5>
        <a:srgbClr val="47b58c"/>
      </a:accent5>
      <a:accent6>
        <a:srgbClr val="3badb1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F32EEB805DD4390C483083D3A98EC" ma:contentTypeVersion="9" ma:contentTypeDescription="Create a new document." ma:contentTypeScope="" ma:versionID="c7ca955c938dbeecd33ca569bbc994a1">
  <xsd:schema xmlns:xsd="http://www.w3.org/2001/XMLSchema" xmlns:xs="http://www.w3.org/2001/XMLSchema" xmlns:p="http://schemas.microsoft.com/office/2006/metadata/properties" xmlns:ns3="7e1470f2-6212-456f-a82d-9b644534842c" targetNamespace="http://schemas.microsoft.com/office/2006/metadata/properties" ma:root="true" ma:fieldsID="27bb9938a4c9249d8263aa5cf589297e" ns3:_="">
    <xsd:import namespace="7e1470f2-6212-456f-a82d-9b64453484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1470f2-6212-456f-a82d-9b64453484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4C830A-5371-4B9C-9C71-48F46B316E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1470f2-6212-456f-a82d-9b64453484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5FF630-6344-4942-94F7-DAD209538D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0D5616-54EC-473B-9BB5-0B86998B7AAD}">
  <ds:schemaRefs>
    <ds:schemaRef ds:uri="http://purl.org/dc/terms/"/>
    <ds:schemaRef ds:uri="7e1470f2-6212-456f-a82d-9b644534842c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LibreOffice/6.4.6.2$Linux_X86_64 LibreOffice_project/40$Build-2</Application>
  <Words>824</Words>
  <Paragraphs>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2021-03-28T07:28:43Z</dcterms:created>
  <dc:creator>Fahim Uz Zaman</dc:creator>
  <dc:description/>
  <dc:language>en-US</dc:language>
  <cp:lastModifiedBy/>
  <dcterms:modified xsi:type="dcterms:W3CDTF">2021-04-03T21:30:04Z</dcterms:modified>
  <cp:revision>3</cp:revision>
  <dc:subject/>
  <dc:title>How to use Actions on Google Client Library on Azure Functions Node.js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0x010100769F32EEB805DD4390C483083D3A98EC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15</vt:i4>
  </property>
</Properties>
</file>